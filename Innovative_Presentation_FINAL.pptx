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23"/>
  </p:notesMasterIdLst>
  <p:sldIdLst>
    <p:sldId id="256" r:id="rId3"/>
    <p:sldId id="260" r:id="rId4"/>
    <p:sldId id="273" r:id="rId5"/>
    <p:sldId id="342" r:id="rId6"/>
    <p:sldId id="265" r:id="rId7"/>
    <p:sldId id="262" r:id="rId8"/>
    <p:sldId id="343" r:id="rId9"/>
    <p:sldId id="347" r:id="rId10"/>
    <p:sldId id="308" r:id="rId11"/>
    <p:sldId id="341" r:id="rId12"/>
    <p:sldId id="271" r:id="rId13"/>
    <p:sldId id="345" r:id="rId14"/>
    <p:sldId id="346" r:id="rId15"/>
    <p:sldId id="302" r:id="rId16"/>
    <p:sldId id="277" r:id="rId17"/>
    <p:sldId id="313" r:id="rId18"/>
    <p:sldId id="267" r:id="rId19"/>
    <p:sldId id="300" r:id="rId20"/>
    <p:sldId id="315" r:id="rId21"/>
    <p:sldId id="340" r:id="rId22"/>
  </p:sldIdLst>
  <p:sldSz cx="9144000" cy="5143500" type="screen16x9"/>
  <p:notesSz cx="6858000" cy="9144000"/>
  <p:embeddedFontLst>
    <p:embeddedFont>
      <p:font typeface="Abel" panose="020B0604020202020204" charset="0"/>
      <p:regular r:id="rId24"/>
    </p:embeddedFont>
    <p:embeddedFont>
      <p:font typeface="Montserrat" panose="020B0604020202020204" charset="0"/>
      <p:regular r:id="rId25"/>
      <p:bold r:id="rId26"/>
      <p:italic r:id="rId27"/>
      <p:boldItalic r:id="rId28"/>
    </p:embeddedFont>
    <p:embeddedFont>
      <p:font typeface="Rubik Medium" panose="020B0604020202020204" charset="-79"/>
      <p:regular r:id="rId29"/>
      <p:bold r:id="rId30"/>
      <p:italic r:id="rId31"/>
      <p:boldItalic r:id="rId32"/>
    </p:embeddedFont>
    <p:embeddedFont>
      <p:font typeface="Proxima Nova" panose="020B0604020202020204" charset="0"/>
      <p:regular r:id="rId33"/>
      <p:bold r:id="rId34"/>
      <p:italic r:id="rId35"/>
      <p:boldItalic r:id="rId36"/>
    </p:embeddedFont>
    <p:embeddedFont>
      <p:font typeface="Proxima Nova Semibold" panose="020B0604020202020204" charset="0"/>
      <p:regular r:id="rId37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2"/>
    <a:srgbClr val="EAECC6"/>
    <a:srgbClr val="505052"/>
    <a:srgbClr val="FBD868"/>
    <a:srgbClr val="DCAE52"/>
    <a:srgbClr val="AF7132"/>
    <a:srgbClr val="797C85"/>
    <a:srgbClr val="2E7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5B872B-E3AF-4F8A-9CAF-E18109E0AFA3}">
  <a:tblStyle styleId="{405B872B-E3AF-4F8A-9CAF-E18109E0AF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998d72262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998d72262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9afacedb7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9afacedb7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998d7226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998d7226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34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998d7226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998d7226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9824130ea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9824130ea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998d7226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998d7226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546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998d7226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998d7226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757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9aea31311b_6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9aea31311b_6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9afacedb7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9afacedb7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699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9a5542f15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9a5542f15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9a5542f15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9a5542f15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9239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9afacedb7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9afacedb7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960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9aea31311b_6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9aea31311b_6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9a5542f15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9a5542f15b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9afacedb7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9afacedb7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8d722621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8d722621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9afacedb7c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9afacedb7c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b0aa8567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b0aa8567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5" name="Google Shape;13345;g9aea31311b_6_2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6" name="Google Shape;13346;g9aea31311b_6_24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?utm_source=slidesgo_template&amp;utm_medium=referral-link&amp;utm_campaign=s%20g_resources&amp;utm_content=flaticon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?utm_source=slidesgo_template&amp;utm_medium=referral-link&amp;utm_campaign=s%20g_resources&amp;utm_content=freepik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896958" y="-2537327"/>
            <a:ext cx="13462914" cy="9678220"/>
            <a:chOff x="-2896958" y="-2537327"/>
            <a:chExt cx="13462914" cy="9678220"/>
          </a:xfrm>
        </p:grpSpPr>
        <p:sp>
          <p:nvSpPr>
            <p:cNvPr id="11" name="Google Shape;11;p2"/>
            <p:cNvSpPr/>
            <p:nvPr/>
          </p:nvSpPr>
          <p:spPr>
            <a:xfrm rot="1514338">
              <a:off x="5806126" y="-191038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514338">
              <a:off x="-2275832" y="291240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514338">
              <a:off x="-1152704" y="22719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514338">
              <a:off x="-1644474" y="2160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430265">
              <a:off x="6184762" y="-1321502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1430265">
              <a:off x="6604611" y="-1035768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75476" y="1244155"/>
              <a:ext cx="4003500" cy="266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3228495" y="568429"/>
              <a:ext cx="2687009" cy="4013952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745400" y="1637150"/>
            <a:ext cx="3653400" cy="18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8500" b="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053275" y="3906550"/>
            <a:ext cx="50376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-3030308" y="-2842127"/>
            <a:ext cx="15253614" cy="10299995"/>
            <a:chOff x="-3030308" y="-2842127"/>
            <a:chExt cx="15253614" cy="10299995"/>
          </a:xfrm>
        </p:grpSpPr>
        <p:sp>
          <p:nvSpPr>
            <p:cNvPr id="23" name="Google Shape;23;p3"/>
            <p:cNvSpPr/>
            <p:nvPr/>
          </p:nvSpPr>
          <p:spPr>
            <a:xfrm rot="-9285662">
              <a:off x="7702278" y="-1512919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9285662">
              <a:off x="-1764529" y="261899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9285662">
              <a:off x="-2326551" y="26877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9285662">
              <a:off x="-2353432" y="2795402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9369735">
              <a:off x="7789087" y="-1709064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9369735">
              <a:off x="7453307" y="-2346755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3133400" y="3782163"/>
            <a:ext cx="287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3082350" y="867950"/>
            <a:ext cx="2979300" cy="13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-2605605" y="-2596320"/>
            <a:ext cx="13108099" cy="11195357"/>
            <a:chOff x="-2605605" y="-2596320"/>
            <a:chExt cx="13108099" cy="11195357"/>
          </a:xfrm>
        </p:grpSpPr>
        <p:sp>
          <p:nvSpPr>
            <p:cNvPr id="34" name="Google Shape;34;p4"/>
            <p:cNvSpPr/>
            <p:nvPr/>
          </p:nvSpPr>
          <p:spPr>
            <a:xfrm rot="812392">
              <a:off x="912002" y="2074247"/>
              <a:ext cx="2434973" cy="2625289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5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5;p4"/>
            <p:cNvGrpSpPr/>
            <p:nvPr/>
          </p:nvGrpSpPr>
          <p:grpSpPr>
            <a:xfrm rot="375330">
              <a:off x="5113665" y="3499604"/>
              <a:ext cx="5140785" cy="4833748"/>
              <a:chOff x="8101026" y="3219568"/>
              <a:chExt cx="3887248" cy="3655080"/>
            </a:xfrm>
          </p:grpSpPr>
          <p:sp>
            <p:nvSpPr>
              <p:cNvPr id="36" name="Google Shape;36;p4"/>
              <p:cNvSpPr/>
              <p:nvPr/>
            </p:nvSpPr>
            <p:spPr>
              <a:xfrm rot="594768">
                <a:off x="8328626" y="3845818"/>
                <a:ext cx="2348800" cy="2847915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rot="-988308">
                <a:off x="8924872" y="3545996"/>
                <a:ext cx="2715038" cy="2850200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38;p4"/>
            <p:cNvGrpSpPr/>
            <p:nvPr/>
          </p:nvGrpSpPr>
          <p:grpSpPr>
            <a:xfrm rot="2219984">
              <a:off x="-1772316" y="-1860620"/>
              <a:ext cx="3796561" cy="4039571"/>
              <a:chOff x="7558301" y="3163860"/>
              <a:chExt cx="3072638" cy="3269311"/>
            </a:xfrm>
          </p:grpSpPr>
          <p:sp>
            <p:nvSpPr>
              <p:cNvPr id="39" name="Google Shape;39;p4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4624775" y="2123100"/>
            <a:ext cx="3294600" cy="13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-1440509" y="-1153724"/>
            <a:ext cx="13405964" cy="9754155"/>
            <a:chOff x="-1440509" y="-1153724"/>
            <a:chExt cx="13405964" cy="9754155"/>
          </a:xfrm>
        </p:grpSpPr>
        <p:sp>
          <p:nvSpPr>
            <p:cNvPr id="59" name="Google Shape;59;p6"/>
            <p:cNvSpPr/>
            <p:nvPr/>
          </p:nvSpPr>
          <p:spPr>
            <a:xfrm rot="1514338">
              <a:off x="7444426" y="3937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rot="5114100">
              <a:off x="-1266016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5114100">
              <a:off x="-760283" y="-9438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rot="5114100">
              <a:off x="-942760" y="-11113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430265">
              <a:off x="6938512" y="36600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rot="1430265">
              <a:off x="7358361" y="3640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-1645549" y="-2015865"/>
            <a:ext cx="14188757" cy="10087940"/>
            <a:chOff x="-1645549" y="-2015865"/>
            <a:chExt cx="14188757" cy="10087940"/>
          </a:xfrm>
        </p:grpSpPr>
        <p:grpSp>
          <p:nvGrpSpPr>
            <p:cNvPr id="68" name="Google Shape;68;p7"/>
            <p:cNvGrpSpPr/>
            <p:nvPr/>
          </p:nvGrpSpPr>
          <p:grpSpPr>
            <a:xfrm>
              <a:off x="-1645549" y="-2015865"/>
              <a:ext cx="3359588" cy="8686086"/>
              <a:chOff x="7271351" y="-2015865"/>
              <a:chExt cx="3359588" cy="8686086"/>
            </a:xfrm>
          </p:grpSpPr>
          <p:sp>
            <p:nvSpPr>
              <p:cNvPr id="69" name="Google Shape;69;p7"/>
              <p:cNvSpPr/>
              <p:nvPr/>
            </p:nvSpPr>
            <p:spPr>
              <a:xfrm rot="-336564">
                <a:off x="7392508" y="351241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7"/>
              <p:cNvSpPr/>
              <p:nvPr/>
            </p:nvSpPr>
            <p:spPr>
              <a:xfrm rot="-336564">
                <a:off x="7859748" y="367736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7"/>
              <p:cNvSpPr/>
              <p:nvPr/>
            </p:nvSpPr>
            <p:spPr>
              <a:xfrm rot="-336564">
                <a:off x="7496060" y="369405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7"/>
              <p:cNvSpPr/>
              <p:nvPr/>
            </p:nvSpPr>
            <p:spPr>
              <a:xfrm rot="10463436">
                <a:off x="8101045" y="-1455062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 rot="10463436">
                <a:off x="7693739" y="-1870925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/>
              <p:nvPr/>
            </p:nvSpPr>
            <p:spPr>
              <a:xfrm rot="10463436">
                <a:off x="7691103" y="-1889993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7"/>
            <p:cNvGrpSpPr/>
            <p:nvPr/>
          </p:nvGrpSpPr>
          <p:grpSpPr>
            <a:xfrm rot="2219984">
              <a:off x="7913359" y="3296805"/>
              <a:ext cx="3796561" cy="4039571"/>
              <a:chOff x="7558301" y="3163860"/>
              <a:chExt cx="3072638" cy="3269311"/>
            </a:xfrm>
          </p:grpSpPr>
          <p:sp>
            <p:nvSpPr>
              <p:cNvPr id="76" name="Google Shape;76;p7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7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1427100" y="1221400"/>
            <a:ext cx="2946900" cy="27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8"/>
          <p:cNvGrpSpPr/>
          <p:nvPr/>
        </p:nvGrpSpPr>
        <p:grpSpPr>
          <a:xfrm>
            <a:off x="-585686" y="-1099379"/>
            <a:ext cx="10929760" cy="7352891"/>
            <a:chOff x="-585686" y="-1099379"/>
            <a:chExt cx="10929760" cy="7352891"/>
          </a:xfrm>
        </p:grpSpPr>
        <p:sp>
          <p:nvSpPr>
            <p:cNvPr id="83" name="Google Shape;83;p8"/>
            <p:cNvSpPr/>
            <p:nvPr/>
          </p:nvSpPr>
          <p:spPr>
            <a:xfrm rot="315833">
              <a:off x="-470260" y="2809509"/>
              <a:ext cx="2437809" cy="2628347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315833">
              <a:off x="-13572" y="3038950"/>
              <a:ext cx="2377152" cy="288229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315833">
              <a:off x="-286641" y="3248850"/>
              <a:ext cx="2747897" cy="288469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315633">
              <a:off x="6771567" y="-971975"/>
              <a:ext cx="2924002" cy="3152541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315633">
              <a:off x="6951891" y="-552494"/>
              <a:ext cx="2851248" cy="345713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315633">
              <a:off x="6896466" y="-360189"/>
              <a:ext cx="3295933" cy="346001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1271525" y="759175"/>
              <a:ext cx="6595500" cy="364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5400000">
              <a:off x="2739044" y="-751734"/>
              <a:ext cx="3665822" cy="6646939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2716500" y="2904100"/>
            <a:ext cx="3711000" cy="3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ubTitle" idx="1"/>
          </p:nvPr>
        </p:nvSpPr>
        <p:spPr>
          <a:xfrm>
            <a:off x="1986000" y="1750675"/>
            <a:ext cx="5172000" cy="131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title"/>
          </p:nvPr>
        </p:nvSpPr>
        <p:spPr>
          <a:xfrm>
            <a:off x="865625" y="388005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grpSp>
        <p:nvGrpSpPr>
          <p:cNvPr id="105" name="Google Shape;105;p10"/>
          <p:cNvGrpSpPr/>
          <p:nvPr/>
        </p:nvGrpSpPr>
        <p:grpSpPr>
          <a:xfrm>
            <a:off x="-2875650" y="-4743981"/>
            <a:ext cx="15551676" cy="13379484"/>
            <a:chOff x="-2875650" y="-4743981"/>
            <a:chExt cx="15551676" cy="13379484"/>
          </a:xfrm>
        </p:grpSpPr>
        <p:grpSp>
          <p:nvGrpSpPr>
            <p:cNvPr id="106" name="Google Shape;106;p10"/>
            <p:cNvGrpSpPr/>
            <p:nvPr/>
          </p:nvGrpSpPr>
          <p:grpSpPr>
            <a:xfrm>
              <a:off x="5914475" y="1761269"/>
              <a:ext cx="6761551" cy="6874234"/>
              <a:chOff x="5663050" y="1538594"/>
              <a:chExt cx="6761551" cy="6874234"/>
            </a:xfrm>
          </p:grpSpPr>
          <p:sp>
            <p:nvSpPr>
              <p:cNvPr id="107" name="Google Shape;107;p10"/>
              <p:cNvSpPr/>
              <p:nvPr/>
            </p:nvSpPr>
            <p:spPr>
              <a:xfrm rot="6914310">
                <a:off x="7064089" y="2220790"/>
                <a:ext cx="4512295" cy="4736929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0"/>
              <p:cNvSpPr/>
              <p:nvPr/>
            </p:nvSpPr>
            <p:spPr>
              <a:xfrm rot="899953" flipH="1">
                <a:off x="6876393" y="2622569"/>
                <a:ext cx="3966060" cy="427604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0"/>
              <p:cNvSpPr/>
              <p:nvPr/>
            </p:nvSpPr>
            <p:spPr>
              <a:xfrm rot="-3600001">
                <a:off x="6726648" y="3221489"/>
                <a:ext cx="3867247" cy="468902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" name="Google Shape;110;p10"/>
            <p:cNvGrpSpPr/>
            <p:nvPr/>
          </p:nvGrpSpPr>
          <p:grpSpPr>
            <a:xfrm>
              <a:off x="-2875650" y="-4743981"/>
              <a:ext cx="6761551" cy="6874234"/>
              <a:chOff x="5663050" y="1538594"/>
              <a:chExt cx="6761551" cy="6874234"/>
            </a:xfrm>
          </p:grpSpPr>
          <p:sp>
            <p:nvSpPr>
              <p:cNvPr id="111" name="Google Shape;111;p10"/>
              <p:cNvSpPr/>
              <p:nvPr/>
            </p:nvSpPr>
            <p:spPr>
              <a:xfrm rot="6914310">
                <a:off x="7064089" y="2220790"/>
                <a:ext cx="4512295" cy="4736929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0"/>
              <p:cNvSpPr/>
              <p:nvPr/>
            </p:nvSpPr>
            <p:spPr>
              <a:xfrm rot="899953" flipH="1">
                <a:off x="6876393" y="2622569"/>
                <a:ext cx="3966060" cy="427604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0"/>
              <p:cNvSpPr/>
              <p:nvPr/>
            </p:nvSpPr>
            <p:spPr>
              <a:xfrm rot="-3600001">
                <a:off x="6726648" y="3221489"/>
                <a:ext cx="3867247" cy="468902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3"/>
          <p:cNvGrpSpPr/>
          <p:nvPr/>
        </p:nvGrpSpPr>
        <p:grpSpPr>
          <a:xfrm>
            <a:off x="-3157403" y="-2327776"/>
            <a:ext cx="14457596" cy="9492188"/>
            <a:chOff x="-3157403" y="-2327776"/>
            <a:chExt cx="14457596" cy="9492188"/>
          </a:xfrm>
        </p:grpSpPr>
        <p:sp>
          <p:nvSpPr>
            <p:cNvPr id="129" name="Google Shape;129;p13"/>
            <p:cNvSpPr/>
            <p:nvPr/>
          </p:nvSpPr>
          <p:spPr>
            <a:xfrm rot="1514360">
              <a:off x="7664166" y="-1848832"/>
              <a:ext cx="2936660" cy="308285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 rot="1514343">
              <a:off x="-2679303" y="3909620"/>
              <a:ext cx="2625055" cy="28302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 rot="1514343">
              <a:off x="-1814818" y="3416661"/>
              <a:ext cx="2559739" cy="310367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 rot="1514343">
              <a:off x="-2193340" y="3331226"/>
              <a:ext cx="2958960" cy="310626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rot="1430259">
              <a:off x="7953466" y="-1399018"/>
              <a:ext cx="2580939" cy="2782664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rot="1430259">
              <a:off x="8274188" y="-1180746"/>
              <a:ext cx="2516720" cy="305151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/>
          <p:nvPr/>
        </p:nvSpPr>
        <p:spPr>
          <a:xfrm rot="-1514360" flipH="1">
            <a:off x="-1463407" y="-1848832"/>
            <a:ext cx="2936660" cy="3082854"/>
          </a:xfrm>
          <a:custGeom>
            <a:avLst/>
            <a:gdLst/>
            <a:ahLst/>
            <a:cxnLst/>
            <a:rect l="l" t="t" r="r" b="b"/>
            <a:pathLst>
              <a:path w="94953" h="99680" extrusionOk="0">
                <a:moveTo>
                  <a:pt x="39160" y="99680"/>
                </a:moveTo>
                <a:lnTo>
                  <a:pt x="39088" y="99549"/>
                </a:lnTo>
                <a:lnTo>
                  <a:pt x="0" y="29707"/>
                </a:lnTo>
                <a:lnTo>
                  <a:pt x="131" y="29671"/>
                </a:lnTo>
                <a:lnTo>
                  <a:pt x="94857" y="1"/>
                </a:lnTo>
                <a:lnTo>
                  <a:pt x="94952" y="41887"/>
                </a:lnTo>
                <a:lnTo>
                  <a:pt x="94929" y="41923"/>
                </a:lnTo>
                <a:close/>
                <a:moveTo>
                  <a:pt x="322" y="29838"/>
                </a:moveTo>
                <a:lnTo>
                  <a:pt x="39207" y="99311"/>
                </a:lnTo>
                <a:lnTo>
                  <a:pt x="94738" y="41792"/>
                </a:lnTo>
                <a:lnTo>
                  <a:pt x="94631" y="299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4"/>
          <p:cNvGrpSpPr/>
          <p:nvPr/>
        </p:nvGrpSpPr>
        <p:grpSpPr>
          <a:xfrm>
            <a:off x="6905483" y="3227563"/>
            <a:ext cx="4423513" cy="4265955"/>
            <a:chOff x="6905483" y="3227563"/>
            <a:chExt cx="4423513" cy="4265955"/>
          </a:xfrm>
        </p:grpSpPr>
        <p:sp>
          <p:nvSpPr>
            <p:cNvPr id="138" name="Google Shape;138;p14"/>
            <p:cNvSpPr/>
            <p:nvPr/>
          </p:nvSpPr>
          <p:spPr>
            <a:xfrm rot="6914343">
              <a:off x="7432635" y="4287777"/>
              <a:ext cx="2625055" cy="28302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 rot="6914343">
              <a:off x="7929276" y="3855129"/>
              <a:ext cx="2559739" cy="310367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 rot="6914343">
              <a:off x="7813807" y="3674924"/>
              <a:ext cx="2958960" cy="310626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4"/>
          <p:cNvSpPr/>
          <p:nvPr/>
        </p:nvSpPr>
        <p:spPr>
          <a:xfrm rot="-1430259" flipH="1">
            <a:off x="-1396986" y="-1399018"/>
            <a:ext cx="2580939" cy="2782664"/>
          </a:xfrm>
          <a:custGeom>
            <a:avLst/>
            <a:gdLst/>
            <a:ahLst/>
            <a:cxnLst/>
            <a:rect l="l" t="t" r="r" b="b"/>
            <a:pathLst>
              <a:path w="84238" h="90822" extrusionOk="0">
                <a:moveTo>
                  <a:pt x="15348" y="90821"/>
                </a:moveTo>
                <a:lnTo>
                  <a:pt x="15312" y="90726"/>
                </a:lnTo>
                <a:lnTo>
                  <a:pt x="1" y="51566"/>
                </a:lnTo>
                <a:lnTo>
                  <a:pt x="45197" y="8501"/>
                </a:lnTo>
                <a:lnTo>
                  <a:pt x="45221" y="8501"/>
                </a:lnTo>
                <a:lnTo>
                  <a:pt x="76868" y="0"/>
                </a:lnTo>
                <a:lnTo>
                  <a:pt x="84238" y="19110"/>
                </a:lnTo>
                <a:lnTo>
                  <a:pt x="84238" y="19146"/>
                </a:lnTo>
                <a:lnTo>
                  <a:pt x="74486" y="79701"/>
                </a:lnTo>
                <a:lnTo>
                  <a:pt x="74403" y="79713"/>
                </a:lnTo>
                <a:close/>
                <a:moveTo>
                  <a:pt x="275" y="51626"/>
                </a:moveTo>
                <a:lnTo>
                  <a:pt x="15491" y="90559"/>
                </a:lnTo>
                <a:lnTo>
                  <a:pt x="74284" y="79510"/>
                </a:lnTo>
                <a:lnTo>
                  <a:pt x="84011" y="19134"/>
                </a:lnTo>
                <a:lnTo>
                  <a:pt x="76737" y="262"/>
                </a:lnTo>
                <a:lnTo>
                  <a:pt x="45304" y="8704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"/>
          <p:cNvSpPr/>
          <p:nvPr/>
        </p:nvSpPr>
        <p:spPr>
          <a:xfrm rot="-1430259" flipH="1">
            <a:off x="-1653489" y="-1180746"/>
            <a:ext cx="2516720" cy="3051518"/>
          </a:xfrm>
          <a:custGeom>
            <a:avLst/>
            <a:gdLst/>
            <a:ahLst/>
            <a:cxnLst/>
            <a:rect l="l" t="t" r="r" b="b"/>
            <a:pathLst>
              <a:path w="82142" h="99597" extrusionOk="0">
                <a:moveTo>
                  <a:pt x="26433" y="99596"/>
                </a:moveTo>
                <a:lnTo>
                  <a:pt x="26361" y="99549"/>
                </a:lnTo>
                <a:lnTo>
                  <a:pt x="1" y="83523"/>
                </a:lnTo>
                <a:lnTo>
                  <a:pt x="36" y="83439"/>
                </a:lnTo>
                <a:lnTo>
                  <a:pt x="29897" y="1286"/>
                </a:lnTo>
                <a:lnTo>
                  <a:pt x="29969" y="1286"/>
                </a:lnTo>
                <a:lnTo>
                  <a:pt x="82142" y="1"/>
                </a:lnTo>
                <a:lnTo>
                  <a:pt x="82094" y="144"/>
                </a:lnTo>
                <a:lnTo>
                  <a:pt x="59199" y="72462"/>
                </a:lnTo>
                <a:lnTo>
                  <a:pt x="59175" y="72474"/>
                </a:lnTo>
                <a:close/>
                <a:moveTo>
                  <a:pt x="274" y="83428"/>
                </a:moveTo>
                <a:lnTo>
                  <a:pt x="26421" y="99322"/>
                </a:lnTo>
                <a:lnTo>
                  <a:pt x="59008" y="72331"/>
                </a:lnTo>
                <a:lnTo>
                  <a:pt x="81832" y="227"/>
                </a:lnTo>
                <a:lnTo>
                  <a:pt x="30040" y="150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6"/>
          <p:cNvGrpSpPr/>
          <p:nvPr/>
        </p:nvGrpSpPr>
        <p:grpSpPr>
          <a:xfrm>
            <a:off x="-2027980" y="-2596320"/>
            <a:ext cx="14549688" cy="10668394"/>
            <a:chOff x="-2027980" y="-2596320"/>
            <a:chExt cx="14549688" cy="10668394"/>
          </a:xfrm>
        </p:grpSpPr>
        <p:grpSp>
          <p:nvGrpSpPr>
            <p:cNvPr id="174" name="Google Shape;174;p16"/>
            <p:cNvGrpSpPr/>
            <p:nvPr/>
          </p:nvGrpSpPr>
          <p:grpSpPr>
            <a:xfrm rot="2219984">
              <a:off x="-1194691" y="3296805"/>
              <a:ext cx="3796561" cy="4039571"/>
              <a:chOff x="7558301" y="3163860"/>
              <a:chExt cx="3072638" cy="3269311"/>
            </a:xfrm>
          </p:grpSpPr>
          <p:sp>
            <p:nvSpPr>
              <p:cNvPr id="175" name="Google Shape;175;p16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6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6"/>
            <p:cNvGrpSpPr/>
            <p:nvPr/>
          </p:nvGrpSpPr>
          <p:grpSpPr>
            <a:xfrm rot="2219984">
              <a:off x="7891859" y="-1860620"/>
              <a:ext cx="3796561" cy="4039571"/>
              <a:chOff x="7558301" y="3163860"/>
              <a:chExt cx="3072638" cy="3269311"/>
            </a:xfrm>
          </p:grpSpPr>
          <p:sp>
            <p:nvSpPr>
              <p:cNvPr id="179" name="Google Shape;179;p16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6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2" name="Google Shape;182;p16"/>
          <p:cNvSpPr txBox="1">
            <a:spLocks noGrp="1"/>
          </p:cNvSpPr>
          <p:nvPr>
            <p:ph type="subTitle" idx="1"/>
          </p:nvPr>
        </p:nvSpPr>
        <p:spPr>
          <a:xfrm>
            <a:off x="33974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subTitle" idx="2"/>
          </p:nvPr>
        </p:nvSpPr>
        <p:spPr>
          <a:xfrm>
            <a:off x="33974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4" name="Google Shape;184;p16"/>
          <p:cNvSpPr txBox="1">
            <a:spLocks noGrp="1"/>
          </p:cNvSpPr>
          <p:nvPr>
            <p:ph type="subTitle" idx="3"/>
          </p:nvPr>
        </p:nvSpPr>
        <p:spPr>
          <a:xfrm>
            <a:off x="8198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5" name="Google Shape;185;p16"/>
          <p:cNvSpPr txBox="1">
            <a:spLocks noGrp="1"/>
          </p:cNvSpPr>
          <p:nvPr>
            <p:ph type="subTitle" idx="4"/>
          </p:nvPr>
        </p:nvSpPr>
        <p:spPr>
          <a:xfrm>
            <a:off x="8198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6" name="Google Shape;186;p16"/>
          <p:cNvSpPr txBox="1">
            <a:spLocks noGrp="1"/>
          </p:cNvSpPr>
          <p:nvPr>
            <p:ph type="subTitle" idx="5"/>
          </p:nvPr>
        </p:nvSpPr>
        <p:spPr>
          <a:xfrm>
            <a:off x="59750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7" name="Google Shape;187;p16"/>
          <p:cNvSpPr txBox="1">
            <a:spLocks noGrp="1"/>
          </p:cNvSpPr>
          <p:nvPr>
            <p:ph type="subTitle" idx="6"/>
          </p:nvPr>
        </p:nvSpPr>
        <p:spPr>
          <a:xfrm>
            <a:off x="59750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7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7"/>
          <p:cNvGrpSpPr/>
          <p:nvPr/>
        </p:nvGrpSpPr>
        <p:grpSpPr>
          <a:xfrm>
            <a:off x="-3621963" y="-1003613"/>
            <a:ext cx="14748864" cy="9515698"/>
            <a:chOff x="-3621963" y="-1003613"/>
            <a:chExt cx="14748864" cy="9515698"/>
          </a:xfrm>
        </p:grpSpPr>
        <p:sp>
          <p:nvSpPr>
            <p:cNvPr id="191" name="Google Shape;191;p17"/>
            <p:cNvSpPr/>
            <p:nvPr/>
          </p:nvSpPr>
          <p:spPr>
            <a:xfrm>
              <a:off x="-2981249" y="4185615"/>
              <a:ext cx="3844172" cy="403554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17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1"/>
          </p:nvPr>
        </p:nvSpPr>
        <p:spPr>
          <a:xfrm>
            <a:off x="2117675" y="1629800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2"/>
          </p:nvPr>
        </p:nvSpPr>
        <p:spPr>
          <a:xfrm>
            <a:off x="2117675" y="1823228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3"/>
          </p:nvPr>
        </p:nvSpPr>
        <p:spPr>
          <a:xfrm>
            <a:off x="2117675" y="3087973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4"/>
          </p:nvPr>
        </p:nvSpPr>
        <p:spPr>
          <a:xfrm>
            <a:off x="2117675" y="3281401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5"/>
          </p:nvPr>
        </p:nvSpPr>
        <p:spPr>
          <a:xfrm>
            <a:off x="4825925" y="1629800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6"/>
          </p:nvPr>
        </p:nvSpPr>
        <p:spPr>
          <a:xfrm>
            <a:off x="4825925" y="1823228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7"/>
          </p:nvPr>
        </p:nvSpPr>
        <p:spPr>
          <a:xfrm>
            <a:off x="4825925" y="3087973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8"/>
          </p:nvPr>
        </p:nvSpPr>
        <p:spPr>
          <a:xfrm>
            <a:off x="4825925" y="3281401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left">
  <p:cSld name="CUSTOM_2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>
            <a:spLocks noGrp="1"/>
          </p:cNvSpPr>
          <p:nvPr>
            <p:ph type="title"/>
          </p:nvPr>
        </p:nvSpPr>
        <p:spPr>
          <a:xfrm>
            <a:off x="872575" y="1726072"/>
            <a:ext cx="2846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grpSp>
        <p:nvGrpSpPr>
          <p:cNvPr id="219" name="Google Shape;219;p19"/>
          <p:cNvGrpSpPr/>
          <p:nvPr/>
        </p:nvGrpSpPr>
        <p:grpSpPr>
          <a:xfrm>
            <a:off x="4912189" y="-2543127"/>
            <a:ext cx="5436706" cy="5991674"/>
            <a:chOff x="5129250" y="-2537327"/>
            <a:chExt cx="5436706" cy="5991674"/>
          </a:xfrm>
        </p:grpSpPr>
        <p:sp>
          <p:nvSpPr>
            <p:cNvPr id="220" name="Google Shape;220;p19"/>
            <p:cNvSpPr/>
            <p:nvPr/>
          </p:nvSpPr>
          <p:spPr>
            <a:xfrm rot="1514338">
              <a:off x="5806126" y="-191038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 rot="1430265">
              <a:off x="6184762" y="-1321502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 rot="1430265">
              <a:off x="6604611" y="-1035768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-1412384" y="2219348"/>
            <a:ext cx="5773513" cy="5606870"/>
            <a:chOff x="-2896958" y="1534023"/>
            <a:chExt cx="5773513" cy="5606870"/>
          </a:xfrm>
        </p:grpSpPr>
        <p:sp>
          <p:nvSpPr>
            <p:cNvPr id="224" name="Google Shape;224;p19"/>
            <p:cNvSpPr/>
            <p:nvPr/>
          </p:nvSpPr>
          <p:spPr>
            <a:xfrm rot="1514338">
              <a:off x="-2275832" y="291240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 rot="1514338">
              <a:off x="-1152704" y="22719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 rot="1514338">
              <a:off x="-1644474" y="2160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19"/>
          <p:cNvSpPr txBox="1">
            <a:spLocks noGrp="1"/>
          </p:cNvSpPr>
          <p:nvPr>
            <p:ph type="subTitle" idx="1"/>
          </p:nvPr>
        </p:nvSpPr>
        <p:spPr>
          <a:xfrm>
            <a:off x="665726" y="2323535"/>
            <a:ext cx="32598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230" name="Google Shape;230;p20"/>
          <p:cNvGrpSpPr/>
          <p:nvPr/>
        </p:nvGrpSpPr>
        <p:grpSpPr>
          <a:xfrm>
            <a:off x="-3621963" y="-1003613"/>
            <a:ext cx="14748864" cy="9515698"/>
            <a:chOff x="-3621963" y="-1003613"/>
            <a:chExt cx="14748864" cy="9515698"/>
          </a:xfrm>
        </p:grpSpPr>
        <p:sp>
          <p:nvSpPr>
            <p:cNvPr id="231" name="Google Shape;231;p20"/>
            <p:cNvSpPr/>
            <p:nvPr/>
          </p:nvSpPr>
          <p:spPr>
            <a:xfrm>
              <a:off x="-2981249" y="4185615"/>
              <a:ext cx="3844172" cy="403554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0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6"/>
          <p:cNvGrpSpPr/>
          <p:nvPr/>
        </p:nvGrpSpPr>
        <p:grpSpPr>
          <a:xfrm>
            <a:off x="-2896958" y="-2624952"/>
            <a:ext cx="13462914" cy="10123374"/>
            <a:chOff x="-2896958" y="-2624952"/>
            <a:chExt cx="13462914" cy="10123374"/>
          </a:xfrm>
        </p:grpSpPr>
        <p:grpSp>
          <p:nvGrpSpPr>
            <p:cNvPr id="306" name="Google Shape;306;p26"/>
            <p:cNvGrpSpPr/>
            <p:nvPr/>
          </p:nvGrpSpPr>
          <p:grpSpPr>
            <a:xfrm>
              <a:off x="-2896958" y="-2624952"/>
              <a:ext cx="13462914" cy="10123374"/>
              <a:chOff x="-2896958" y="-2624952"/>
              <a:chExt cx="13462914" cy="10123374"/>
            </a:xfrm>
          </p:grpSpPr>
          <p:sp>
            <p:nvSpPr>
              <p:cNvPr id="307" name="Google Shape;307;p26"/>
              <p:cNvSpPr/>
              <p:nvPr/>
            </p:nvSpPr>
            <p:spPr>
              <a:xfrm rot="9285662" flipH="1">
                <a:off x="5806126" y="2835956"/>
                <a:ext cx="3844152" cy="4035524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6"/>
              <p:cNvSpPr/>
              <p:nvPr/>
            </p:nvSpPr>
            <p:spPr>
              <a:xfrm rot="9285662" flipH="1">
                <a:off x="-2275832" y="-2073377"/>
                <a:ext cx="3410358" cy="3676910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 rot="9285662" flipH="1">
                <a:off x="-1152704" y="-1788187"/>
                <a:ext cx="3325502" cy="4032164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6"/>
              <p:cNvSpPr/>
              <p:nvPr/>
            </p:nvSpPr>
            <p:spPr>
              <a:xfrm rot="9285662" flipH="1">
                <a:off x="-1644474" y="-1680548"/>
                <a:ext cx="3844152" cy="4035524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6"/>
              <p:cNvSpPr/>
              <p:nvPr/>
            </p:nvSpPr>
            <p:spPr>
              <a:xfrm rot="9369735" flipH="1">
                <a:off x="6184762" y="2639811"/>
                <a:ext cx="3378707" cy="364278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6"/>
              <p:cNvSpPr/>
              <p:nvPr/>
            </p:nvSpPr>
            <p:spPr>
              <a:xfrm rot="9369735" flipH="1">
                <a:off x="6604611" y="2002120"/>
                <a:ext cx="3294638" cy="3994742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26"/>
            <p:cNvGrpSpPr/>
            <p:nvPr/>
          </p:nvGrpSpPr>
          <p:grpSpPr>
            <a:xfrm rot="5400000">
              <a:off x="1874510" y="-229218"/>
              <a:ext cx="5394990" cy="4302857"/>
              <a:chOff x="404670" y="406050"/>
              <a:chExt cx="8334605" cy="4331445"/>
            </a:xfrm>
          </p:grpSpPr>
          <p:sp>
            <p:nvSpPr>
              <p:cNvPr id="314" name="Google Shape;314;p26"/>
              <p:cNvSpPr/>
              <p:nvPr/>
            </p:nvSpPr>
            <p:spPr>
              <a:xfrm>
                <a:off x="433534" y="430095"/>
                <a:ext cx="8270100" cy="4307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6"/>
              <p:cNvSpPr/>
              <p:nvPr/>
            </p:nvSpPr>
            <p:spPr>
              <a:xfrm rot="5400000">
                <a:off x="2406310" y="-1595591"/>
                <a:ext cx="4331324" cy="8334605"/>
              </a:xfrm>
              <a:custGeom>
                <a:avLst/>
                <a:gdLst/>
                <a:ahLst/>
                <a:cxnLst/>
                <a:rect l="l" t="t" r="r" b="b"/>
                <a:pathLst>
                  <a:path w="47852" h="71534" extrusionOk="0">
                    <a:moveTo>
                      <a:pt x="47852" y="71533"/>
                    </a:moveTo>
                    <a:lnTo>
                      <a:pt x="0" y="71533"/>
                    </a:lnTo>
                    <a:lnTo>
                      <a:pt x="0" y="0"/>
                    </a:lnTo>
                    <a:lnTo>
                      <a:pt x="47852" y="0"/>
                    </a:lnTo>
                    <a:close/>
                    <a:moveTo>
                      <a:pt x="441" y="71093"/>
                    </a:moveTo>
                    <a:lnTo>
                      <a:pt x="47411" y="71093"/>
                    </a:lnTo>
                    <a:lnTo>
                      <a:pt x="47411" y="453"/>
                    </a:lnTo>
                    <a:lnTo>
                      <a:pt x="441" y="45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6" name="Google Shape;316;p26"/>
          <p:cNvSpPr txBox="1">
            <a:spLocks noGrp="1"/>
          </p:cNvSpPr>
          <p:nvPr>
            <p:ph type="subTitle" idx="1"/>
          </p:nvPr>
        </p:nvSpPr>
        <p:spPr>
          <a:xfrm>
            <a:off x="2822913" y="1453572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2"/>
          </p:nvPr>
        </p:nvSpPr>
        <p:spPr>
          <a:xfrm>
            <a:off x="2822913" y="1947954"/>
            <a:ext cx="3498300" cy="7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2785700" y="3454625"/>
            <a:ext cx="35727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200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6"/>
          <p:cNvSpPr txBox="1">
            <a:spLocks noGrp="1"/>
          </p:cNvSpPr>
          <p:nvPr>
            <p:ph type="title"/>
          </p:nvPr>
        </p:nvSpPr>
        <p:spPr>
          <a:xfrm>
            <a:off x="2710300" y="849375"/>
            <a:ext cx="3648000" cy="8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8400" y="445025"/>
            <a:ext cx="748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28400" y="1808575"/>
            <a:ext cx="7487100" cy="27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6" r:id="rId7"/>
    <p:sldLayoutId id="2147483659" r:id="rId8"/>
    <p:sldLayoutId id="2147483660" r:id="rId9"/>
    <p:sldLayoutId id="2147483662" r:id="rId10"/>
    <p:sldLayoutId id="2147483663" r:id="rId11"/>
    <p:sldLayoutId id="2147483665" r:id="rId12"/>
    <p:sldLayoutId id="2147483666" r:id="rId13"/>
    <p:sldLayoutId id="214748367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4Redcross/DRedrive" TargetMode="Externa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ctrTitle"/>
          </p:nvPr>
        </p:nvSpPr>
        <p:spPr>
          <a:xfrm>
            <a:off x="2745400" y="1637150"/>
            <a:ext cx="3653400" cy="18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/>
              <a:t>DRedrive</a:t>
            </a:r>
            <a:r>
              <a:rPr lang="en" dirty="0" smtClean="0"/>
              <a:t> </a:t>
            </a:r>
            <a:r>
              <a:rPr lang="en" sz="3000" dirty="0" smtClean="0"/>
              <a:t>INNOVATIVE PROJECT</a:t>
            </a:r>
            <a:endParaRPr dirty="0"/>
          </a:p>
        </p:txBody>
      </p:sp>
      <p:sp>
        <p:nvSpPr>
          <p:cNvPr id="329" name="Google Shape;329;p29"/>
          <p:cNvSpPr txBox="1">
            <a:spLocks noGrp="1"/>
          </p:cNvSpPr>
          <p:nvPr>
            <p:ph type="subTitle" idx="1"/>
          </p:nvPr>
        </p:nvSpPr>
        <p:spPr>
          <a:xfrm>
            <a:off x="2053275" y="3906550"/>
            <a:ext cx="50376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 USB functionality tool designed for security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PROJECT TITLE</a:t>
            </a:r>
            <a:endParaRPr dirty="0"/>
          </a:p>
        </p:txBody>
      </p:sp>
      <p:sp>
        <p:nvSpPr>
          <p:cNvPr id="370" name="Google Shape;370;p33"/>
          <p:cNvSpPr txBox="1">
            <a:spLocks noGrp="1"/>
          </p:cNvSpPr>
          <p:nvPr>
            <p:ph type="body" idx="1"/>
          </p:nvPr>
        </p:nvSpPr>
        <p:spPr>
          <a:xfrm>
            <a:off x="1427100" y="1221400"/>
            <a:ext cx="2946900" cy="27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DRedrive is an USB functionality tool which allows you to do basic operations on USB without needing to plug it in multiple systems.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name comes from my online alias ‘Red’.</a:t>
            </a:r>
            <a:endParaRPr dirty="0"/>
          </a:p>
        </p:txBody>
      </p:sp>
      <p:sp>
        <p:nvSpPr>
          <p:cNvPr id="371" name="Google Shape;371;p33"/>
          <p:cNvSpPr txBox="1">
            <a:spLocks noGrp="1"/>
          </p:cNvSpPr>
          <p:nvPr>
            <p:ph type="body" idx="1"/>
          </p:nvPr>
        </p:nvSpPr>
        <p:spPr>
          <a:xfrm>
            <a:off x="5348850" y="3450220"/>
            <a:ext cx="1998600" cy="3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rgbClr val="EAECC6"/>
                </a:solidFill>
                <a:latin typeface="Abel"/>
                <a:ea typeface="Abel"/>
                <a:cs typeface="Abel"/>
                <a:sym typeface="Abel"/>
              </a:rPr>
              <a:t>DRedrive</a:t>
            </a:r>
            <a:endParaRPr sz="1600" b="1" dirty="0">
              <a:solidFill>
                <a:srgbClr val="EAECC6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875" y="1335670"/>
            <a:ext cx="2114550" cy="211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/>
          <p:nvPr/>
        </p:nvSpPr>
        <p:spPr>
          <a:xfrm>
            <a:off x="3874600" y="820825"/>
            <a:ext cx="1394746" cy="1394746"/>
          </a:xfrm>
          <a:custGeom>
            <a:avLst/>
            <a:gdLst/>
            <a:ahLst/>
            <a:cxnLst/>
            <a:rect l="l" t="t" r="r" b="b"/>
            <a:pathLst>
              <a:path w="45090" h="45090" extrusionOk="0">
                <a:moveTo>
                  <a:pt x="45090" y="45089"/>
                </a:moveTo>
                <a:lnTo>
                  <a:pt x="1" y="45089"/>
                </a:lnTo>
                <a:lnTo>
                  <a:pt x="1" y="0"/>
                </a:lnTo>
                <a:lnTo>
                  <a:pt x="45090" y="0"/>
                </a:lnTo>
                <a:close/>
                <a:moveTo>
                  <a:pt x="441" y="44649"/>
                </a:moveTo>
                <a:lnTo>
                  <a:pt x="44649" y="44649"/>
                </a:lnTo>
                <a:lnTo>
                  <a:pt x="44649" y="441"/>
                </a:lnTo>
                <a:lnTo>
                  <a:pt x="441" y="44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6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ABOUT THE</a:t>
            </a:r>
            <a:br>
              <a:rPr lang="en" dirty="0" smtClean="0"/>
            </a:br>
            <a:r>
              <a:rPr lang="en" dirty="0" smtClean="0"/>
              <a:t>PROJECT</a:t>
            </a:r>
            <a:endParaRPr dirty="0"/>
          </a:p>
        </p:txBody>
      </p:sp>
      <p:sp>
        <p:nvSpPr>
          <p:cNvPr id="475" name="Google Shape;475;p46"/>
          <p:cNvSpPr txBox="1">
            <a:spLocks noGrp="1"/>
          </p:cNvSpPr>
          <p:nvPr>
            <p:ph type="title" idx="2"/>
          </p:nvPr>
        </p:nvSpPr>
        <p:spPr>
          <a:xfrm>
            <a:off x="3082350" y="867950"/>
            <a:ext cx="2979300" cy="13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xfrm>
            <a:off x="4572025" y="1405890"/>
            <a:ext cx="3588995" cy="28041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sz="2400" b="1" dirty="0" smtClean="0"/>
              <a:t>81% </a:t>
            </a:r>
            <a:r>
              <a:rPr lang="en-IN" dirty="0" smtClean="0"/>
              <a:t>of industrial malware can bring down entire industry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sz="2400" b="1" dirty="0" smtClean="0"/>
              <a:t>53% </a:t>
            </a:r>
            <a:r>
              <a:rPr lang="en-IN" dirty="0" smtClean="0"/>
              <a:t>travels through USB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Risk of USB-borne attacks has gone up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Leveraging USB as attack vector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Topic of discussion amongst cyber attack groups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Lack of seriousness shown by employees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Assuming IT team will handle it all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WHY IS IT NEEDED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" y="148209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6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xfrm>
            <a:off x="4572024" y="1644216"/>
            <a:ext cx="3413735" cy="2023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Built on understanding of why USB’s are used in first place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Give functionalities to better monitor system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Easy to understand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Great interactive GUI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Simple 15-20 min brief about use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Pair up with plugging USB ports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HOW DOES </a:t>
            </a:r>
            <a:r>
              <a:rPr lang="en-IN" dirty="0" err="1" smtClean="0"/>
              <a:t>DRedrive</a:t>
            </a:r>
            <a:r>
              <a:rPr lang="en-IN" dirty="0" smtClean="0"/>
              <a:t> HELP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45" y="1536119"/>
            <a:ext cx="2446020" cy="2446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FUNCTIONALITIES PROVIDED</a:t>
            </a:r>
            <a:endParaRPr b="1" dirty="0"/>
          </a:p>
        </p:txBody>
      </p:sp>
      <p:sp>
        <p:nvSpPr>
          <p:cNvPr id="384" name="Google Shape;384;p35"/>
          <p:cNvSpPr txBox="1">
            <a:spLocks noGrp="1"/>
          </p:cNvSpPr>
          <p:nvPr>
            <p:ph type="subTitle" idx="2"/>
          </p:nvPr>
        </p:nvSpPr>
        <p:spPr>
          <a:xfrm>
            <a:off x="33974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Host the files as a HTTP File Server for access from all devices on local network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85" name="Google Shape;385;p35"/>
          <p:cNvSpPr txBox="1">
            <a:spLocks noGrp="1"/>
          </p:cNvSpPr>
          <p:nvPr>
            <p:ph type="subTitle" idx="1"/>
          </p:nvPr>
        </p:nvSpPr>
        <p:spPr>
          <a:xfrm>
            <a:off x="33974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HOST</a:t>
            </a:r>
            <a:endParaRPr dirty="0"/>
          </a:p>
        </p:txBody>
      </p:sp>
      <p:sp>
        <p:nvSpPr>
          <p:cNvPr id="386" name="Google Shape;386;p35"/>
          <p:cNvSpPr txBox="1">
            <a:spLocks noGrp="1"/>
          </p:cNvSpPr>
          <p:nvPr>
            <p:ph type="subTitle" idx="3"/>
          </p:nvPr>
        </p:nvSpPr>
        <p:spPr>
          <a:xfrm>
            <a:off x="8198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SCAN</a:t>
            </a:r>
            <a:endParaRPr dirty="0"/>
          </a:p>
        </p:txBody>
      </p:sp>
      <p:sp>
        <p:nvSpPr>
          <p:cNvPr id="387" name="Google Shape;387;p35"/>
          <p:cNvSpPr txBox="1">
            <a:spLocks noGrp="1"/>
          </p:cNvSpPr>
          <p:nvPr>
            <p:ph type="subTitle" idx="4"/>
          </p:nvPr>
        </p:nvSpPr>
        <p:spPr>
          <a:xfrm>
            <a:off x="8198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Scan the drive with help of ClamAV and generate a VT report</a:t>
            </a:r>
            <a:endParaRPr dirty="0"/>
          </a:p>
        </p:txBody>
      </p:sp>
      <p:sp>
        <p:nvSpPr>
          <p:cNvPr id="388" name="Google Shape;388;p35"/>
          <p:cNvSpPr txBox="1">
            <a:spLocks noGrp="1"/>
          </p:cNvSpPr>
          <p:nvPr>
            <p:ph type="subTitle" idx="5"/>
          </p:nvPr>
        </p:nvSpPr>
        <p:spPr>
          <a:xfrm>
            <a:off x="5975075" y="2494871"/>
            <a:ext cx="23490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FORMAT</a:t>
            </a:r>
            <a:endParaRPr dirty="0"/>
          </a:p>
        </p:txBody>
      </p:sp>
      <p:sp>
        <p:nvSpPr>
          <p:cNvPr id="389" name="Google Shape;389;p35"/>
          <p:cNvSpPr txBox="1">
            <a:spLocks noGrp="1"/>
          </p:cNvSpPr>
          <p:nvPr>
            <p:ph type="subTitle" idx="6"/>
          </p:nvPr>
        </p:nvSpPr>
        <p:spPr>
          <a:xfrm>
            <a:off x="5975075" y="2688300"/>
            <a:ext cx="2349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Completely format the drive according to preffered file system using Diskpart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22" y="1571695"/>
            <a:ext cx="833706" cy="8337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122" y="1482225"/>
            <a:ext cx="833706" cy="9231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222" y="1526960"/>
            <a:ext cx="833706" cy="8784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xfrm>
            <a:off x="4572024" y="1644216"/>
            <a:ext cx="3413735" cy="2023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The software currently is only at alpha stage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Bringing this device on </a:t>
            </a:r>
            <a:r>
              <a:rPr lang="en-IN" dirty="0" err="1" smtClean="0"/>
              <a:t>Rpi</a:t>
            </a:r>
            <a:r>
              <a:rPr lang="en-IN" dirty="0" smtClean="0"/>
              <a:t> 4 will reveal true potential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Switching to better and secure SFTP compared to HTTP FS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Running on much secure Linux Kernel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FUTURE ENHANCEMENTS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" y="1436937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6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78857" y="1480458"/>
            <a:ext cx="2380343" cy="2187600"/>
          </a:xfrm>
          <a:prstGeom prst="ellipse">
            <a:avLst/>
          </a:prstGeom>
          <a:solidFill>
            <a:srgbClr val="FFF5D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xfrm>
            <a:off x="4572024" y="1644216"/>
            <a:ext cx="3413735" cy="2023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Problems installing PyQt5 on Raspberry Pi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Need more experience with threading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Exploring VT API in depth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IN" dirty="0" smtClean="0"/>
              <a:t>Gain knowledge of hosting SFTS server using app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CURRENT LIMITATIONS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78" y="1042330"/>
            <a:ext cx="3227614" cy="322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8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1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SWOT ANALYSIS</a:t>
            </a:r>
            <a:endParaRPr dirty="0"/>
          </a:p>
        </p:txBody>
      </p:sp>
      <p:sp>
        <p:nvSpPr>
          <p:cNvPr id="975" name="Google Shape;975;p81"/>
          <p:cNvSpPr txBox="1">
            <a:spLocks noGrp="1"/>
          </p:cNvSpPr>
          <p:nvPr>
            <p:ph type="subTitle" idx="4294967295"/>
          </p:nvPr>
        </p:nvSpPr>
        <p:spPr>
          <a:xfrm>
            <a:off x="865625" y="1595128"/>
            <a:ext cx="2349000" cy="116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Boasts a very interactive GUI enabling users to actually use system as intended</a:t>
            </a:r>
            <a:endParaRPr dirty="0"/>
          </a:p>
        </p:txBody>
      </p:sp>
      <p:sp>
        <p:nvSpPr>
          <p:cNvPr id="976" name="Google Shape;976;p81"/>
          <p:cNvSpPr txBox="1">
            <a:spLocks noGrp="1"/>
          </p:cNvSpPr>
          <p:nvPr>
            <p:ph type="subTitle" idx="4294967295"/>
          </p:nvPr>
        </p:nvSpPr>
        <p:spPr>
          <a:xfrm>
            <a:off x="5929200" y="1595129"/>
            <a:ext cx="2349000" cy="1093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Bunch</a:t>
            </a:r>
            <a:r>
              <a:rPr lang="en" dirty="0" smtClean="0"/>
              <a:t> of Shell Scripting involved, have to validate inputs which run shell commands</a:t>
            </a:r>
            <a:endParaRPr dirty="0"/>
          </a:p>
        </p:txBody>
      </p:sp>
      <p:sp>
        <p:nvSpPr>
          <p:cNvPr id="977" name="Google Shape;977;p81"/>
          <p:cNvSpPr txBox="1">
            <a:spLocks noGrp="1"/>
          </p:cNvSpPr>
          <p:nvPr>
            <p:ph type="subTitle" idx="4294967295"/>
          </p:nvPr>
        </p:nvSpPr>
        <p:spPr>
          <a:xfrm>
            <a:off x="5929716" y="3350623"/>
            <a:ext cx="2349000" cy="13673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Staying upto date and doing software updates as new patches towards dependencies can crash the software</a:t>
            </a:r>
            <a:endParaRPr dirty="0"/>
          </a:p>
        </p:txBody>
      </p:sp>
      <p:sp>
        <p:nvSpPr>
          <p:cNvPr id="978" name="Google Shape;978;p81"/>
          <p:cNvSpPr txBox="1">
            <a:spLocks noGrp="1"/>
          </p:cNvSpPr>
          <p:nvPr>
            <p:ph type="subTitle" idx="4294967295"/>
          </p:nvPr>
        </p:nvSpPr>
        <p:spPr>
          <a:xfrm>
            <a:off x="865625" y="3350623"/>
            <a:ext cx="2349000" cy="1100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Aimed at huge industries and labs having multiple PC networks</a:t>
            </a:r>
            <a:endParaRPr dirty="0"/>
          </a:p>
        </p:txBody>
      </p:sp>
      <p:grpSp>
        <p:nvGrpSpPr>
          <p:cNvPr id="979" name="Google Shape;979;p81"/>
          <p:cNvGrpSpPr/>
          <p:nvPr/>
        </p:nvGrpSpPr>
        <p:grpSpPr>
          <a:xfrm>
            <a:off x="3294510" y="1496182"/>
            <a:ext cx="2556750" cy="2538135"/>
            <a:chOff x="3294510" y="1496182"/>
            <a:chExt cx="2556750" cy="2538135"/>
          </a:xfrm>
        </p:grpSpPr>
        <p:grpSp>
          <p:nvGrpSpPr>
            <p:cNvPr id="980" name="Google Shape;980;p81"/>
            <p:cNvGrpSpPr/>
            <p:nvPr/>
          </p:nvGrpSpPr>
          <p:grpSpPr>
            <a:xfrm>
              <a:off x="4649960" y="2841457"/>
              <a:ext cx="1201300" cy="1192860"/>
              <a:chOff x="4649960" y="2765257"/>
              <a:chExt cx="1201300" cy="1192860"/>
            </a:xfrm>
          </p:grpSpPr>
          <p:sp>
            <p:nvSpPr>
              <p:cNvPr id="981" name="Google Shape;981;p81"/>
              <p:cNvSpPr/>
              <p:nvPr/>
            </p:nvSpPr>
            <p:spPr>
              <a:xfrm>
                <a:off x="5214421" y="3390683"/>
                <a:ext cx="636839" cy="567434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5362" extrusionOk="0">
                    <a:moveTo>
                      <a:pt x="8418" y="324"/>
                    </a:moveTo>
                    <a:cubicBezTo>
                      <a:pt x="13669" y="324"/>
                      <a:pt x="17241" y="5658"/>
                      <a:pt x="15229" y="10516"/>
                    </a:cubicBezTo>
                    <a:cubicBezTo>
                      <a:pt x="14020" y="13452"/>
                      <a:pt x="11235" y="15071"/>
                      <a:pt x="8404" y="15071"/>
                    </a:cubicBezTo>
                    <a:cubicBezTo>
                      <a:pt x="6552" y="15071"/>
                      <a:pt x="4680" y="14378"/>
                      <a:pt x="3215" y="12909"/>
                    </a:cubicBezTo>
                    <a:cubicBezTo>
                      <a:pt x="1096" y="10801"/>
                      <a:pt x="465" y="7634"/>
                      <a:pt x="1608" y="4872"/>
                    </a:cubicBezTo>
                    <a:cubicBezTo>
                      <a:pt x="2751" y="2122"/>
                      <a:pt x="5442" y="324"/>
                      <a:pt x="8418" y="324"/>
                    </a:cubicBezTo>
                    <a:close/>
                    <a:moveTo>
                      <a:pt x="8416" y="0"/>
                    </a:moveTo>
                    <a:cubicBezTo>
                      <a:pt x="5912" y="0"/>
                      <a:pt x="3487" y="1231"/>
                      <a:pt x="2025" y="3420"/>
                    </a:cubicBezTo>
                    <a:cubicBezTo>
                      <a:pt x="1" y="6468"/>
                      <a:pt x="405" y="10528"/>
                      <a:pt x="3001" y="13111"/>
                    </a:cubicBezTo>
                    <a:cubicBezTo>
                      <a:pt x="4430" y="14552"/>
                      <a:pt x="6382" y="15362"/>
                      <a:pt x="8418" y="15362"/>
                    </a:cubicBezTo>
                    <a:cubicBezTo>
                      <a:pt x="12086" y="15362"/>
                      <a:pt x="15241" y="12766"/>
                      <a:pt x="15955" y="9170"/>
                    </a:cubicBezTo>
                    <a:cubicBezTo>
                      <a:pt x="16658" y="5587"/>
                      <a:pt x="14741" y="1991"/>
                      <a:pt x="11347" y="586"/>
                    </a:cubicBezTo>
                    <a:cubicBezTo>
                      <a:pt x="10394" y="190"/>
                      <a:pt x="9399" y="0"/>
                      <a:pt x="84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81"/>
              <p:cNvSpPr/>
              <p:nvPr/>
            </p:nvSpPr>
            <p:spPr>
              <a:xfrm>
                <a:off x="4649960" y="2765257"/>
                <a:ext cx="940724" cy="975815"/>
              </a:xfrm>
              <a:custGeom>
                <a:avLst/>
                <a:gdLst/>
                <a:ahLst/>
                <a:cxnLst/>
                <a:rect l="l" t="t" r="r" b="b"/>
                <a:pathLst>
                  <a:path w="25468" h="26418" extrusionOk="0">
                    <a:moveTo>
                      <a:pt x="7227" y="319"/>
                    </a:moveTo>
                    <a:lnTo>
                      <a:pt x="16669" y="2843"/>
                    </a:lnTo>
                    <a:lnTo>
                      <a:pt x="17907" y="7487"/>
                    </a:lnTo>
                    <a:cubicBezTo>
                      <a:pt x="17931" y="7546"/>
                      <a:pt x="17979" y="7582"/>
                      <a:pt x="18038" y="7594"/>
                    </a:cubicBezTo>
                    <a:cubicBezTo>
                      <a:pt x="18110" y="7594"/>
                      <a:pt x="18169" y="7558"/>
                      <a:pt x="18193" y="7499"/>
                    </a:cubicBezTo>
                    <a:cubicBezTo>
                      <a:pt x="19003" y="5618"/>
                      <a:pt x="19538" y="3617"/>
                      <a:pt x="19788" y="1570"/>
                    </a:cubicBezTo>
                    <a:lnTo>
                      <a:pt x="25146" y="1570"/>
                    </a:lnTo>
                    <a:cubicBezTo>
                      <a:pt x="23848" y="14547"/>
                      <a:pt x="13597" y="24810"/>
                      <a:pt x="619" y="26108"/>
                    </a:cubicBezTo>
                    <a:lnTo>
                      <a:pt x="619" y="20750"/>
                    </a:lnTo>
                    <a:cubicBezTo>
                      <a:pt x="3263" y="20417"/>
                      <a:pt x="5834" y="19607"/>
                      <a:pt x="8192" y="18369"/>
                    </a:cubicBezTo>
                    <a:cubicBezTo>
                      <a:pt x="8239" y="18333"/>
                      <a:pt x="8275" y="18274"/>
                      <a:pt x="8263" y="18214"/>
                    </a:cubicBezTo>
                    <a:cubicBezTo>
                      <a:pt x="8263" y="18155"/>
                      <a:pt x="8216" y="18107"/>
                      <a:pt x="8156" y="18083"/>
                    </a:cubicBezTo>
                    <a:lnTo>
                      <a:pt x="2846" y="16667"/>
                    </a:lnTo>
                    <a:lnTo>
                      <a:pt x="322" y="7225"/>
                    </a:lnTo>
                    <a:lnTo>
                      <a:pt x="7227" y="319"/>
                    </a:lnTo>
                    <a:close/>
                    <a:moveTo>
                      <a:pt x="7185" y="0"/>
                    </a:moveTo>
                    <a:cubicBezTo>
                      <a:pt x="7148" y="0"/>
                      <a:pt x="7110" y="20"/>
                      <a:pt x="7084" y="46"/>
                    </a:cubicBezTo>
                    <a:lnTo>
                      <a:pt x="48" y="7082"/>
                    </a:lnTo>
                    <a:cubicBezTo>
                      <a:pt x="12" y="7118"/>
                      <a:pt x="0" y="7177"/>
                      <a:pt x="12" y="7225"/>
                    </a:cubicBezTo>
                    <a:lnTo>
                      <a:pt x="2584" y="16833"/>
                    </a:lnTo>
                    <a:cubicBezTo>
                      <a:pt x="2596" y="16881"/>
                      <a:pt x="2643" y="16917"/>
                      <a:pt x="2691" y="16940"/>
                    </a:cubicBezTo>
                    <a:lnTo>
                      <a:pt x="7716" y="18274"/>
                    </a:lnTo>
                    <a:cubicBezTo>
                      <a:pt x="5441" y="19429"/>
                      <a:pt x="2989" y="20167"/>
                      <a:pt x="453" y="20465"/>
                    </a:cubicBezTo>
                    <a:cubicBezTo>
                      <a:pt x="381" y="20477"/>
                      <a:pt x="322" y="20536"/>
                      <a:pt x="322" y="20608"/>
                    </a:cubicBezTo>
                    <a:lnTo>
                      <a:pt x="322" y="26263"/>
                    </a:lnTo>
                    <a:cubicBezTo>
                      <a:pt x="322" y="26311"/>
                      <a:pt x="346" y="26346"/>
                      <a:pt x="369" y="26382"/>
                    </a:cubicBezTo>
                    <a:cubicBezTo>
                      <a:pt x="405" y="26406"/>
                      <a:pt x="441" y="26418"/>
                      <a:pt x="477" y="26418"/>
                    </a:cubicBezTo>
                    <a:lnTo>
                      <a:pt x="488" y="26418"/>
                    </a:lnTo>
                    <a:cubicBezTo>
                      <a:pt x="13740" y="25168"/>
                      <a:pt x="24229" y="14678"/>
                      <a:pt x="25468" y="1439"/>
                    </a:cubicBezTo>
                    <a:cubicBezTo>
                      <a:pt x="25468" y="1343"/>
                      <a:pt x="25408" y="1272"/>
                      <a:pt x="25313" y="1272"/>
                    </a:cubicBezTo>
                    <a:lnTo>
                      <a:pt x="19657" y="1272"/>
                    </a:lnTo>
                    <a:cubicBezTo>
                      <a:pt x="19586" y="1272"/>
                      <a:pt x="19527" y="1331"/>
                      <a:pt x="19515" y="1403"/>
                    </a:cubicBezTo>
                    <a:cubicBezTo>
                      <a:pt x="19288" y="3320"/>
                      <a:pt x="18812" y="5189"/>
                      <a:pt x="18086" y="6975"/>
                    </a:cubicBezTo>
                    <a:lnTo>
                      <a:pt x="16931" y="2677"/>
                    </a:lnTo>
                    <a:cubicBezTo>
                      <a:pt x="16919" y="2629"/>
                      <a:pt x="16883" y="2593"/>
                      <a:pt x="16836" y="2582"/>
                    </a:cubicBezTo>
                    <a:lnTo>
                      <a:pt x="7227" y="10"/>
                    </a:lnTo>
                    <a:cubicBezTo>
                      <a:pt x="7214" y="3"/>
                      <a:pt x="7200" y="0"/>
                      <a:pt x="71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3" name="Google Shape;983;p81"/>
            <p:cNvGrpSpPr/>
            <p:nvPr/>
          </p:nvGrpSpPr>
          <p:grpSpPr>
            <a:xfrm>
              <a:off x="3294510" y="2841457"/>
              <a:ext cx="1201300" cy="1192860"/>
              <a:chOff x="3294510" y="2765257"/>
              <a:chExt cx="1201300" cy="1192860"/>
            </a:xfrm>
          </p:grpSpPr>
          <p:sp>
            <p:nvSpPr>
              <p:cNvPr id="984" name="Google Shape;984;p81"/>
              <p:cNvSpPr/>
              <p:nvPr/>
            </p:nvSpPr>
            <p:spPr>
              <a:xfrm flipH="1">
                <a:off x="3294510" y="3390683"/>
                <a:ext cx="636839" cy="567434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5362" extrusionOk="0">
                    <a:moveTo>
                      <a:pt x="8418" y="324"/>
                    </a:moveTo>
                    <a:cubicBezTo>
                      <a:pt x="13669" y="324"/>
                      <a:pt x="17241" y="5658"/>
                      <a:pt x="15229" y="10516"/>
                    </a:cubicBezTo>
                    <a:cubicBezTo>
                      <a:pt x="14020" y="13452"/>
                      <a:pt x="11235" y="15071"/>
                      <a:pt x="8404" y="15071"/>
                    </a:cubicBezTo>
                    <a:cubicBezTo>
                      <a:pt x="6552" y="15071"/>
                      <a:pt x="4680" y="14378"/>
                      <a:pt x="3215" y="12909"/>
                    </a:cubicBezTo>
                    <a:cubicBezTo>
                      <a:pt x="1096" y="10801"/>
                      <a:pt x="465" y="7634"/>
                      <a:pt x="1608" y="4872"/>
                    </a:cubicBezTo>
                    <a:cubicBezTo>
                      <a:pt x="2751" y="2122"/>
                      <a:pt x="5442" y="324"/>
                      <a:pt x="8418" y="324"/>
                    </a:cubicBezTo>
                    <a:close/>
                    <a:moveTo>
                      <a:pt x="8416" y="0"/>
                    </a:moveTo>
                    <a:cubicBezTo>
                      <a:pt x="5912" y="0"/>
                      <a:pt x="3487" y="1231"/>
                      <a:pt x="2025" y="3420"/>
                    </a:cubicBezTo>
                    <a:cubicBezTo>
                      <a:pt x="1" y="6468"/>
                      <a:pt x="405" y="10528"/>
                      <a:pt x="3001" y="13111"/>
                    </a:cubicBezTo>
                    <a:cubicBezTo>
                      <a:pt x="4430" y="14552"/>
                      <a:pt x="6382" y="15362"/>
                      <a:pt x="8418" y="15362"/>
                    </a:cubicBezTo>
                    <a:cubicBezTo>
                      <a:pt x="12086" y="15362"/>
                      <a:pt x="15241" y="12766"/>
                      <a:pt x="15955" y="9170"/>
                    </a:cubicBezTo>
                    <a:cubicBezTo>
                      <a:pt x="16658" y="5587"/>
                      <a:pt x="14741" y="1991"/>
                      <a:pt x="11347" y="586"/>
                    </a:cubicBezTo>
                    <a:cubicBezTo>
                      <a:pt x="10394" y="190"/>
                      <a:pt x="9399" y="0"/>
                      <a:pt x="84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81"/>
              <p:cNvSpPr/>
              <p:nvPr/>
            </p:nvSpPr>
            <p:spPr>
              <a:xfrm flipH="1">
                <a:off x="3555086" y="2765257"/>
                <a:ext cx="940724" cy="975815"/>
              </a:xfrm>
              <a:custGeom>
                <a:avLst/>
                <a:gdLst/>
                <a:ahLst/>
                <a:cxnLst/>
                <a:rect l="l" t="t" r="r" b="b"/>
                <a:pathLst>
                  <a:path w="25468" h="26418" extrusionOk="0">
                    <a:moveTo>
                      <a:pt x="7227" y="319"/>
                    </a:moveTo>
                    <a:lnTo>
                      <a:pt x="16669" y="2843"/>
                    </a:lnTo>
                    <a:lnTo>
                      <a:pt x="17907" y="7487"/>
                    </a:lnTo>
                    <a:cubicBezTo>
                      <a:pt x="17931" y="7546"/>
                      <a:pt x="17979" y="7582"/>
                      <a:pt x="18038" y="7594"/>
                    </a:cubicBezTo>
                    <a:cubicBezTo>
                      <a:pt x="18110" y="7594"/>
                      <a:pt x="18169" y="7558"/>
                      <a:pt x="18193" y="7499"/>
                    </a:cubicBezTo>
                    <a:cubicBezTo>
                      <a:pt x="19003" y="5618"/>
                      <a:pt x="19538" y="3617"/>
                      <a:pt x="19788" y="1570"/>
                    </a:cubicBezTo>
                    <a:lnTo>
                      <a:pt x="25146" y="1570"/>
                    </a:lnTo>
                    <a:cubicBezTo>
                      <a:pt x="23848" y="14547"/>
                      <a:pt x="13597" y="24810"/>
                      <a:pt x="619" y="26108"/>
                    </a:cubicBezTo>
                    <a:lnTo>
                      <a:pt x="619" y="20750"/>
                    </a:lnTo>
                    <a:cubicBezTo>
                      <a:pt x="3263" y="20417"/>
                      <a:pt x="5834" y="19607"/>
                      <a:pt x="8192" y="18369"/>
                    </a:cubicBezTo>
                    <a:cubicBezTo>
                      <a:pt x="8239" y="18333"/>
                      <a:pt x="8275" y="18274"/>
                      <a:pt x="8263" y="18214"/>
                    </a:cubicBezTo>
                    <a:cubicBezTo>
                      <a:pt x="8263" y="18155"/>
                      <a:pt x="8216" y="18107"/>
                      <a:pt x="8156" y="18083"/>
                    </a:cubicBezTo>
                    <a:lnTo>
                      <a:pt x="2846" y="16667"/>
                    </a:lnTo>
                    <a:lnTo>
                      <a:pt x="322" y="7225"/>
                    </a:lnTo>
                    <a:lnTo>
                      <a:pt x="7227" y="319"/>
                    </a:lnTo>
                    <a:close/>
                    <a:moveTo>
                      <a:pt x="7185" y="0"/>
                    </a:moveTo>
                    <a:cubicBezTo>
                      <a:pt x="7148" y="0"/>
                      <a:pt x="7110" y="20"/>
                      <a:pt x="7084" y="46"/>
                    </a:cubicBezTo>
                    <a:lnTo>
                      <a:pt x="48" y="7082"/>
                    </a:lnTo>
                    <a:cubicBezTo>
                      <a:pt x="12" y="7118"/>
                      <a:pt x="0" y="7177"/>
                      <a:pt x="12" y="7225"/>
                    </a:cubicBezTo>
                    <a:lnTo>
                      <a:pt x="2584" y="16833"/>
                    </a:lnTo>
                    <a:cubicBezTo>
                      <a:pt x="2596" y="16881"/>
                      <a:pt x="2643" y="16917"/>
                      <a:pt x="2691" y="16940"/>
                    </a:cubicBezTo>
                    <a:lnTo>
                      <a:pt x="7716" y="18274"/>
                    </a:lnTo>
                    <a:cubicBezTo>
                      <a:pt x="5441" y="19429"/>
                      <a:pt x="2989" y="20167"/>
                      <a:pt x="453" y="20465"/>
                    </a:cubicBezTo>
                    <a:cubicBezTo>
                      <a:pt x="381" y="20477"/>
                      <a:pt x="322" y="20536"/>
                      <a:pt x="322" y="20608"/>
                    </a:cubicBezTo>
                    <a:lnTo>
                      <a:pt x="322" y="26263"/>
                    </a:lnTo>
                    <a:cubicBezTo>
                      <a:pt x="322" y="26311"/>
                      <a:pt x="346" y="26346"/>
                      <a:pt x="369" y="26382"/>
                    </a:cubicBezTo>
                    <a:cubicBezTo>
                      <a:pt x="405" y="26406"/>
                      <a:pt x="441" y="26418"/>
                      <a:pt x="477" y="26418"/>
                    </a:cubicBezTo>
                    <a:lnTo>
                      <a:pt x="488" y="26418"/>
                    </a:lnTo>
                    <a:cubicBezTo>
                      <a:pt x="13740" y="25168"/>
                      <a:pt x="24229" y="14678"/>
                      <a:pt x="25468" y="1439"/>
                    </a:cubicBezTo>
                    <a:cubicBezTo>
                      <a:pt x="25468" y="1343"/>
                      <a:pt x="25408" y="1272"/>
                      <a:pt x="25313" y="1272"/>
                    </a:cubicBezTo>
                    <a:lnTo>
                      <a:pt x="19657" y="1272"/>
                    </a:lnTo>
                    <a:cubicBezTo>
                      <a:pt x="19586" y="1272"/>
                      <a:pt x="19527" y="1331"/>
                      <a:pt x="19515" y="1403"/>
                    </a:cubicBezTo>
                    <a:cubicBezTo>
                      <a:pt x="19288" y="3320"/>
                      <a:pt x="18812" y="5189"/>
                      <a:pt x="18086" y="6975"/>
                    </a:cubicBezTo>
                    <a:lnTo>
                      <a:pt x="16931" y="2677"/>
                    </a:lnTo>
                    <a:cubicBezTo>
                      <a:pt x="16919" y="2629"/>
                      <a:pt x="16883" y="2593"/>
                      <a:pt x="16836" y="2582"/>
                    </a:cubicBezTo>
                    <a:lnTo>
                      <a:pt x="7227" y="10"/>
                    </a:lnTo>
                    <a:cubicBezTo>
                      <a:pt x="7214" y="3"/>
                      <a:pt x="7200" y="0"/>
                      <a:pt x="71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6" name="Google Shape;986;p81"/>
            <p:cNvGrpSpPr/>
            <p:nvPr/>
          </p:nvGrpSpPr>
          <p:grpSpPr>
            <a:xfrm>
              <a:off x="4649960" y="1496182"/>
              <a:ext cx="1201300" cy="1192860"/>
              <a:chOff x="4649960" y="1419982"/>
              <a:chExt cx="1201300" cy="1192860"/>
            </a:xfrm>
          </p:grpSpPr>
          <p:sp>
            <p:nvSpPr>
              <p:cNvPr id="987" name="Google Shape;987;p81"/>
              <p:cNvSpPr/>
              <p:nvPr/>
            </p:nvSpPr>
            <p:spPr>
              <a:xfrm rot="10800000" flipH="1">
                <a:off x="5214421" y="1419982"/>
                <a:ext cx="636839" cy="567434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5362" extrusionOk="0">
                    <a:moveTo>
                      <a:pt x="8418" y="324"/>
                    </a:moveTo>
                    <a:cubicBezTo>
                      <a:pt x="13669" y="324"/>
                      <a:pt x="17241" y="5658"/>
                      <a:pt x="15229" y="10516"/>
                    </a:cubicBezTo>
                    <a:cubicBezTo>
                      <a:pt x="14020" y="13452"/>
                      <a:pt x="11235" y="15071"/>
                      <a:pt x="8404" y="15071"/>
                    </a:cubicBezTo>
                    <a:cubicBezTo>
                      <a:pt x="6552" y="15071"/>
                      <a:pt x="4680" y="14378"/>
                      <a:pt x="3215" y="12909"/>
                    </a:cubicBezTo>
                    <a:cubicBezTo>
                      <a:pt x="1096" y="10801"/>
                      <a:pt x="465" y="7634"/>
                      <a:pt x="1608" y="4872"/>
                    </a:cubicBezTo>
                    <a:cubicBezTo>
                      <a:pt x="2751" y="2122"/>
                      <a:pt x="5442" y="324"/>
                      <a:pt x="8418" y="324"/>
                    </a:cubicBezTo>
                    <a:close/>
                    <a:moveTo>
                      <a:pt x="8416" y="0"/>
                    </a:moveTo>
                    <a:cubicBezTo>
                      <a:pt x="5912" y="0"/>
                      <a:pt x="3487" y="1231"/>
                      <a:pt x="2025" y="3420"/>
                    </a:cubicBezTo>
                    <a:cubicBezTo>
                      <a:pt x="1" y="6468"/>
                      <a:pt x="405" y="10528"/>
                      <a:pt x="3001" y="13111"/>
                    </a:cubicBezTo>
                    <a:cubicBezTo>
                      <a:pt x="4430" y="14552"/>
                      <a:pt x="6382" y="15362"/>
                      <a:pt x="8418" y="15362"/>
                    </a:cubicBezTo>
                    <a:cubicBezTo>
                      <a:pt x="12086" y="15362"/>
                      <a:pt x="15241" y="12766"/>
                      <a:pt x="15955" y="9170"/>
                    </a:cubicBezTo>
                    <a:cubicBezTo>
                      <a:pt x="16658" y="5587"/>
                      <a:pt x="14741" y="1991"/>
                      <a:pt x="11347" y="586"/>
                    </a:cubicBezTo>
                    <a:cubicBezTo>
                      <a:pt x="10394" y="190"/>
                      <a:pt x="9399" y="0"/>
                      <a:pt x="84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81"/>
              <p:cNvSpPr/>
              <p:nvPr/>
            </p:nvSpPr>
            <p:spPr>
              <a:xfrm rot="10800000" flipH="1">
                <a:off x="4649960" y="1637027"/>
                <a:ext cx="940724" cy="975815"/>
              </a:xfrm>
              <a:custGeom>
                <a:avLst/>
                <a:gdLst/>
                <a:ahLst/>
                <a:cxnLst/>
                <a:rect l="l" t="t" r="r" b="b"/>
                <a:pathLst>
                  <a:path w="25468" h="26418" extrusionOk="0">
                    <a:moveTo>
                      <a:pt x="7227" y="319"/>
                    </a:moveTo>
                    <a:lnTo>
                      <a:pt x="16669" y="2843"/>
                    </a:lnTo>
                    <a:lnTo>
                      <a:pt x="17907" y="7487"/>
                    </a:lnTo>
                    <a:cubicBezTo>
                      <a:pt x="17931" y="7546"/>
                      <a:pt x="17979" y="7582"/>
                      <a:pt x="18038" y="7594"/>
                    </a:cubicBezTo>
                    <a:cubicBezTo>
                      <a:pt x="18110" y="7594"/>
                      <a:pt x="18169" y="7558"/>
                      <a:pt x="18193" y="7499"/>
                    </a:cubicBezTo>
                    <a:cubicBezTo>
                      <a:pt x="19003" y="5618"/>
                      <a:pt x="19538" y="3617"/>
                      <a:pt x="19788" y="1570"/>
                    </a:cubicBezTo>
                    <a:lnTo>
                      <a:pt x="25146" y="1570"/>
                    </a:lnTo>
                    <a:cubicBezTo>
                      <a:pt x="23848" y="14547"/>
                      <a:pt x="13597" y="24810"/>
                      <a:pt x="619" y="26108"/>
                    </a:cubicBezTo>
                    <a:lnTo>
                      <a:pt x="619" y="20750"/>
                    </a:lnTo>
                    <a:cubicBezTo>
                      <a:pt x="3263" y="20417"/>
                      <a:pt x="5834" y="19607"/>
                      <a:pt x="8192" y="18369"/>
                    </a:cubicBezTo>
                    <a:cubicBezTo>
                      <a:pt x="8239" y="18333"/>
                      <a:pt x="8275" y="18274"/>
                      <a:pt x="8263" y="18214"/>
                    </a:cubicBezTo>
                    <a:cubicBezTo>
                      <a:pt x="8263" y="18155"/>
                      <a:pt x="8216" y="18107"/>
                      <a:pt x="8156" y="18083"/>
                    </a:cubicBezTo>
                    <a:lnTo>
                      <a:pt x="2846" y="16667"/>
                    </a:lnTo>
                    <a:lnTo>
                      <a:pt x="322" y="7225"/>
                    </a:lnTo>
                    <a:lnTo>
                      <a:pt x="7227" y="319"/>
                    </a:lnTo>
                    <a:close/>
                    <a:moveTo>
                      <a:pt x="7185" y="0"/>
                    </a:moveTo>
                    <a:cubicBezTo>
                      <a:pt x="7148" y="0"/>
                      <a:pt x="7110" y="20"/>
                      <a:pt x="7084" y="46"/>
                    </a:cubicBezTo>
                    <a:lnTo>
                      <a:pt x="48" y="7082"/>
                    </a:lnTo>
                    <a:cubicBezTo>
                      <a:pt x="12" y="7118"/>
                      <a:pt x="0" y="7177"/>
                      <a:pt x="12" y="7225"/>
                    </a:cubicBezTo>
                    <a:lnTo>
                      <a:pt x="2584" y="16833"/>
                    </a:lnTo>
                    <a:cubicBezTo>
                      <a:pt x="2596" y="16881"/>
                      <a:pt x="2643" y="16917"/>
                      <a:pt x="2691" y="16940"/>
                    </a:cubicBezTo>
                    <a:lnTo>
                      <a:pt x="7716" y="18274"/>
                    </a:lnTo>
                    <a:cubicBezTo>
                      <a:pt x="5441" y="19429"/>
                      <a:pt x="2989" y="20167"/>
                      <a:pt x="453" y="20465"/>
                    </a:cubicBezTo>
                    <a:cubicBezTo>
                      <a:pt x="381" y="20477"/>
                      <a:pt x="322" y="20536"/>
                      <a:pt x="322" y="20608"/>
                    </a:cubicBezTo>
                    <a:lnTo>
                      <a:pt x="322" y="26263"/>
                    </a:lnTo>
                    <a:cubicBezTo>
                      <a:pt x="322" y="26311"/>
                      <a:pt x="346" y="26346"/>
                      <a:pt x="369" y="26382"/>
                    </a:cubicBezTo>
                    <a:cubicBezTo>
                      <a:pt x="405" y="26406"/>
                      <a:pt x="441" y="26418"/>
                      <a:pt x="477" y="26418"/>
                    </a:cubicBezTo>
                    <a:lnTo>
                      <a:pt x="488" y="26418"/>
                    </a:lnTo>
                    <a:cubicBezTo>
                      <a:pt x="13740" y="25168"/>
                      <a:pt x="24229" y="14678"/>
                      <a:pt x="25468" y="1439"/>
                    </a:cubicBezTo>
                    <a:cubicBezTo>
                      <a:pt x="25468" y="1343"/>
                      <a:pt x="25408" y="1272"/>
                      <a:pt x="25313" y="1272"/>
                    </a:cubicBezTo>
                    <a:lnTo>
                      <a:pt x="19657" y="1272"/>
                    </a:lnTo>
                    <a:cubicBezTo>
                      <a:pt x="19586" y="1272"/>
                      <a:pt x="19527" y="1331"/>
                      <a:pt x="19515" y="1403"/>
                    </a:cubicBezTo>
                    <a:cubicBezTo>
                      <a:pt x="19288" y="3320"/>
                      <a:pt x="18812" y="5189"/>
                      <a:pt x="18086" y="6975"/>
                    </a:cubicBezTo>
                    <a:lnTo>
                      <a:pt x="16931" y="2677"/>
                    </a:lnTo>
                    <a:cubicBezTo>
                      <a:pt x="16919" y="2629"/>
                      <a:pt x="16883" y="2593"/>
                      <a:pt x="16836" y="2582"/>
                    </a:cubicBezTo>
                    <a:lnTo>
                      <a:pt x="7227" y="10"/>
                    </a:lnTo>
                    <a:cubicBezTo>
                      <a:pt x="7214" y="3"/>
                      <a:pt x="7200" y="0"/>
                      <a:pt x="71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9" name="Google Shape;989;p81"/>
            <p:cNvGrpSpPr/>
            <p:nvPr/>
          </p:nvGrpSpPr>
          <p:grpSpPr>
            <a:xfrm>
              <a:off x="3294510" y="1496182"/>
              <a:ext cx="1201300" cy="1192860"/>
              <a:chOff x="3294510" y="1419982"/>
              <a:chExt cx="1201300" cy="1192860"/>
            </a:xfrm>
          </p:grpSpPr>
          <p:sp>
            <p:nvSpPr>
              <p:cNvPr id="990" name="Google Shape;990;p81"/>
              <p:cNvSpPr/>
              <p:nvPr/>
            </p:nvSpPr>
            <p:spPr>
              <a:xfrm rot="10800000">
                <a:off x="3294510" y="1419982"/>
                <a:ext cx="636839" cy="567434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5362" extrusionOk="0">
                    <a:moveTo>
                      <a:pt x="8418" y="324"/>
                    </a:moveTo>
                    <a:cubicBezTo>
                      <a:pt x="13669" y="324"/>
                      <a:pt x="17241" y="5658"/>
                      <a:pt x="15229" y="10516"/>
                    </a:cubicBezTo>
                    <a:cubicBezTo>
                      <a:pt x="14020" y="13452"/>
                      <a:pt x="11235" y="15071"/>
                      <a:pt x="8404" y="15071"/>
                    </a:cubicBezTo>
                    <a:cubicBezTo>
                      <a:pt x="6552" y="15071"/>
                      <a:pt x="4680" y="14378"/>
                      <a:pt x="3215" y="12909"/>
                    </a:cubicBezTo>
                    <a:cubicBezTo>
                      <a:pt x="1096" y="10801"/>
                      <a:pt x="465" y="7634"/>
                      <a:pt x="1608" y="4872"/>
                    </a:cubicBezTo>
                    <a:cubicBezTo>
                      <a:pt x="2751" y="2122"/>
                      <a:pt x="5442" y="324"/>
                      <a:pt x="8418" y="324"/>
                    </a:cubicBezTo>
                    <a:close/>
                    <a:moveTo>
                      <a:pt x="8416" y="0"/>
                    </a:moveTo>
                    <a:cubicBezTo>
                      <a:pt x="5912" y="0"/>
                      <a:pt x="3487" y="1231"/>
                      <a:pt x="2025" y="3420"/>
                    </a:cubicBezTo>
                    <a:cubicBezTo>
                      <a:pt x="1" y="6468"/>
                      <a:pt x="405" y="10528"/>
                      <a:pt x="3001" y="13111"/>
                    </a:cubicBezTo>
                    <a:cubicBezTo>
                      <a:pt x="4430" y="14552"/>
                      <a:pt x="6382" y="15362"/>
                      <a:pt x="8418" y="15362"/>
                    </a:cubicBezTo>
                    <a:cubicBezTo>
                      <a:pt x="12086" y="15362"/>
                      <a:pt x="15241" y="12766"/>
                      <a:pt x="15955" y="9170"/>
                    </a:cubicBezTo>
                    <a:cubicBezTo>
                      <a:pt x="16658" y="5587"/>
                      <a:pt x="14741" y="1991"/>
                      <a:pt x="11347" y="586"/>
                    </a:cubicBezTo>
                    <a:cubicBezTo>
                      <a:pt x="10394" y="190"/>
                      <a:pt x="9399" y="0"/>
                      <a:pt x="84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81"/>
              <p:cNvSpPr/>
              <p:nvPr/>
            </p:nvSpPr>
            <p:spPr>
              <a:xfrm rot="10800000">
                <a:off x="3555086" y="1637027"/>
                <a:ext cx="940724" cy="975815"/>
              </a:xfrm>
              <a:custGeom>
                <a:avLst/>
                <a:gdLst/>
                <a:ahLst/>
                <a:cxnLst/>
                <a:rect l="l" t="t" r="r" b="b"/>
                <a:pathLst>
                  <a:path w="25468" h="26418" extrusionOk="0">
                    <a:moveTo>
                      <a:pt x="7227" y="319"/>
                    </a:moveTo>
                    <a:lnTo>
                      <a:pt x="16669" y="2843"/>
                    </a:lnTo>
                    <a:lnTo>
                      <a:pt x="17907" y="7487"/>
                    </a:lnTo>
                    <a:cubicBezTo>
                      <a:pt x="17931" y="7546"/>
                      <a:pt x="17979" y="7582"/>
                      <a:pt x="18038" y="7594"/>
                    </a:cubicBezTo>
                    <a:cubicBezTo>
                      <a:pt x="18110" y="7594"/>
                      <a:pt x="18169" y="7558"/>
                      <a:pt x="18193" y="7499"/>
                    </a:cubicBezTo>
                    <a:cubicBezTo>
                      <a:pt x="19003" y="5618"/>
                      <a:pt x="19538" y="3617"/>
                      <a:pt x="19788" y="1570"/>
                    </a:cubicBezTo>
                    <a:lnTo>
                      <a:pt x="25146" y="1570"/>
                    </a:lnTo>
                    <a:cubicBezTo>
                      <a:pt x="23848" y="14547"/>
                      <a:pt x="13597" y="24810"/>
                      <a:pt x="619" y="26108"/>
                    </a:cubicBezTo>
                    <a:lnTo>
                      <a:pt x="619" y="20750"/>
                    </a:lnTo>
                    <a:cubicBezTo>
                      <a:pt x="3263" y="20417"/>
                      <a:pt x="5834" y="19607"/>
                      <a:pt x="8192" y="18369"/>
                    </a:cubicBezTo>
                    <a:cubicBezTo>
                      <a:pt x="8239" y="18333"/>
                      <a:pt x="8275" y="18274"/>
                      <a:pt x="8263" y="18214"/>
                    </a:cubicBezTo>
                    <a:cubicBezTo>
                      <a:pt x="8263" y="18155"/>
                      <a:pt x="8216" y="18107"/>
                      <a:pt x="8156" y="18083"/>
                    </a:cubicBezTo>
                    <a:lnTo>
                      <a:pt x="2846" y="16667"/>
                    </a:lnTo>
                    <a:lnTo>
                      <a:pt x="322" y="7225"/>
                    </a:lnTo>
                    <a:lnTo>
                      <a:pt x="7227" y="319"/>
                    </a:lnTo>
                    <a:close/>
                    <a:moveTo>
                      <a:pt x="7185" y="0"/>
                    </a:moveTo>
                    <a:cubicBezTo>
                      <a:pt x="7148" y="0"/>
                      <a:pt x="7110" y="20"/>
                      <a:pt x="7084" y="46"/>
                    </a:cubicBezTo>
                    <a:lnTo>
                      <a:pt x="48" y="7082"/>
                    </a:lnTo>
                    <a:cubicBezTo>
                      <a:pt x="12" y="7118"/>
                      <a:pt x="0" y="7177"/>
                      <a:pt x="12" y="7225"/>
                    </a:cubicBezTo>
                    <a:lnTo>
                      <a:pt x="2584" y="16833"/>
                    </a:lnTo>
                    <a:cubicBezTo>
                      <a:pt x="2596" y="16881"/>
                      <a:pt x="2643" y="16917"/>
                      <a:pt x="2691" y="16940"/>
                    </a:cubicBezTo>
                    <a:lnTo>
                      <a:pt x="7716" y="18274"/>
                    </a:lnTo>
                    <a:cubicBezTo>
                      <a:pt x="5441" y="19429"/>
                      <a:pt x="2989" y="20167"/>
                      <a:pt x="453" y="20465"/>
                    </a:cubicBezTo>
                    <a:cubicBezTo>
                      <a:pt x="381" y="20477"/>
                      <a:pt x="322" y="20536"/>
                      <a:pt x="322" y="20608"/>
                    </a:cubicBezTo>
                    <a:lnTo>
                      <a:pt x="322" y="26263"/>
                    </a:lnTo>
                    <a:cubicBezTo>
                      <a:pt x="322" y="26311"/>
                      <a:pt x="346" y="26346"/>
                      <a:pt x="369" y="26382"/>
                    </a:cubicBezTo>
                    <a:cubicBezTo>
                      <a:pt x="405" y="26406"/>
                      <a:pt x="441" y="26418"/>
                      <a:pt x="477" y="26418"/>
                    </a:cubicBezTo>
                    <a:lnTo>
                      <a:pt x="488" y="26418"/>
                    </a:lnTo>
                    <a:cubicBezTo>
                      <a:pt x="13740" y="25168"/>
                      <a:pt x="24229" y="14678"/>
                      <a:pt x="25468" y="1439"/>
                    </a:cubicBezTo>
                    <a:cubicBezTo>
                      <a:pt x="25468" y="1343"/>
                      <a:pt x="25408" y="1272"/>
                      <a:pt x="25313" y="1272"/>
                    </a:cubicBezTo>
                    <a:lnTo>
                      <a:pt x="19657" y="1272"/>
                    </a:lnTo>
                    <a:cubicBezTo>
                      <a:pt x="19586" y="1272"/>
                      <a:pt x="19527" y="1331"/>
                      <a:pt x="19515" y="1403"/>
                    </a:cubicBezTo>
                    <a:cubicBezTo>
                      <a:pt x="19288" y="3320"/>
                      <a:pt x="18812" y="5189"/>
                      <a:pt x="18086" y="6975"/>
                    </a:cubicBezTo>
                    <a:lnTo>
                      <a:pt x="16931" y="2677"/>
                    </a:lnTo>
                    <a:cubicBezTo>
                      <a:pt x="16919" y="2629"/>
                      <a:pt x="16883" y="2593"/>
                      <a:pt x="16836" y="2582"/>
                    </a:cubicBezTo>
                    <a:lnTo>
                      <a:pt x="7227" y="10"/>
                    </a:lnTo>
                    <a:cubicBezTo>
                      <a:pt x="7214" y="3"/>
                      <a:pt x="7200" y="0"/>
                      <a:pt x="71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2" name="Google Shape;992;p81"/>
          <p:cNvSpPr txBox="1">
            <a:spLocks noGrp="1"/>
          </p:cNvSpPr>
          <p:nvPr>
            <p:ph type="subTitle" idx="4294967295"/>
          </p:nvPr>
        </p:nvSpPr>
        <p:spPr>
          <a:xfrm>
            <a:off x="865625" y="1456604"/>
            <a:ext cx="2349000" cy="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STRENGTHS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93" name="Google Shape;993;p81"/>
          <p:cNvSpPr txBox="1">
            <a:spLocks noGrp="1"/>
          </p:cNvSpPr>
          <p:nvPr>
            <p:ph type="subTitle" idx="4294967295"/>
          </p:nvPr>
        </p:nvSpPr>
        <p:spPr>
          <a:xfrm>
            <a:off x="5929200" y="1456604"/>
            <a:ext cx="2349000" cy="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WEAKNESSES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94" name="Google Shape;994;p81"/>
          <p:cNvSpPr txBox="1">
            <a:spLocks noGrp="1"/>
          </p:cNvSpPr>
          <p:nvPr>
            <p:ph type="subTitle" idx="4294967295"/>
          </p:nvPr>
        </p:nvSpPr>
        <p:spPr>
          <a:xfrm>
            <a:off x="873584" y="3101486"/>
            <a:ext cx="2349000" cy="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OPPORTUNITIES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95" name="Google Shape;995;p81"/>
          <p:cNvSpPr txBox="1">
            <a:spLocks noGrp="1"/>
          </p:cNvSpPr>
          <p:nvPr>
            <p:ph type="subTitle" idx="4294967295"/>
          </p:nvPr>
        </p:nvSpPr>
        <p:spPr>
          <a:xfrm>
            <a:off x="5929200" y="3105264"/>
            <a:ext cx="2349000" cy="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THREATS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447" y="2506912"/>
            <a:ext cx="523576" cy="5235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237" y="1585571"/>
            <a:ext cx="358854" cy="358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743" y="1595127"/>
            <a:ext cx="365901" cy="3659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92" y="3559878"/>
            <a:ext cx="327201" cy="3272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237" y="3528225"/>
            <a:ext cx="358854" cy="358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/>
          <p:nvPr/>
        </p:nvSpPr>
        <p:spPr>
          <a:xfrm>
            <a:off x="3874600" y="820825"/>
            <a:ext cx="1394746" cy="1394746"/>
          </a:xfrm>
          <a:custGeom>
            <a:avLst/>
            <a:gdLst/>
            <a:ahLst/>
            <a:cxnLst/>
            <a:rect l="l" t="t" r="r" b="b"/>
            <a:pathLst>
              <a:path w="45090" h="45090" extrusionOk="0">
                <a:moveTo>
                  <a:pt x="45090" y="45089"/>
                </a:moveTo>
                <a:lnTo>
                  <a:pt x="1" y="45089"/>
                </a:lnTo>
                <a:lnTo>
                  <a:pt x="1" y="0"/>
                </a:lnTo>
                <a:lnTo>
                  <a:pt x="45090" y="0"/>
                </a:lnTo>
                <a:close/>
                <a:moveTo>
                  <a:pt x="441" y="44649"/>
                </a:moveTo>
                <a:lnTo>
                  <a:pt x="44649" y="44649"/>
                </a:lnTo>
                <a:lnTo>
                  <a:pt x="44649" y="441"/>
                </a:lnTo>
                <a:lnTo>
                  <a:pt x="441" y="44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6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MAJOR</a:t>
            </a:r>
            <a:br>
              <a:rPr lang="en" dirty="0" smtClean="0"/>
            </a:br>
            <a:r>
              <a:rPr lang="en" dirty="0" smtClean="0"/>
              <a:t>REQUIREMENTS</a:t>
            </a:r>
            <a:endParaRPr dirty="0"/>
          </a:p>
        </p:txBody>
      </p:sp>
      <p:sp>
        <p:nvSpPr>
          <p:cNvPr id="475" name="Google Shape;475;p46"/>
          <p:cNvSpPr txBox="1">
            <a:spLocks noGrp="1"/>
          </p:cNvSpPr>
          <p:nvPr>
            <p:ph type="title" idx="2"/>
          </p:nvPr>
        </p:nvSpPr>
        <p:spPr>
          <a:xfrm>
            <a:off x="3082350" y="867950"/>
            <a:ext cx="2979300" cy="13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189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4"/>
          <p:cNvGrpSpPr/>
          <p:nvPr/>
        </p:nvGrpSpPr>
        <p:grpSpPr>
          <a:xfrm>
            <a:off x="-207056" y="1242114"/>
            <a:ext cx="4821690" cy="2659280"/>
            <a:chOff x="1248486" y="738825"/>
            <a:chExt cx="6646939" cy="3665950"/>
          </a:xfrm>
        </p:grpSpPr>
        <p:sp>
          <p:nvSpPr>
            <p:cNvPr id="457" name="Google Shape;457;p44"/>
            <p:cNvSpPr/>
            <p:nvPr/>
          </p:nvSpPr>
          <p:spPr>
            <a:xfrm>
              <a:off x="1271525" y="759175"/>
              <a:ext cx="6595500" cy="364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 rot="5400000">
              <a:off x="2739044" y="-751734"/>
              <a:ext cx="3665822" cy="6646939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13360" y="1943622"/>
            <a:ext cx="3742646" cy="1683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current requirements include: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Python 3.9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PyQt5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ClamAV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VT API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Windows</a:t>
            </a:r>
            <a:endParaRPr dirty="0"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778794" y="1497472"/>
            <a:ext cx="2846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CURRENT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4610745" y="1242020"/>
            <a:ext cx="4572000" cy="265928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ython Logo transparent PNG - Stic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38" y="1651609"/>
            <a:ext cx="785200" cy="78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le:Qt logo 2016.sv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999" y="2164080"/>
            <a:ext cx="1381352" cy="101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itHub - Cisco-Talos/clamav: ClamAV - Documentation is here: https://docs. clamav.ne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682" y="1156626"/>
            <a:ext cx="1415034" cy="141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Virustotal Vector SVG Icon (2) - SVG Rep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224" y="2579135"/>
            <a:ext cx="1281584" cy="12815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73" t="21437" r="26664" b="20636"/>
          <a:stretch/>
        </p:blipFill>
        <p:spPr>
          <a:xfrm>
            <a:off x="4820905" y="2843343"/>
            <a:ext cx="1267825" cy="884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4"/>
          <p:cNvGrpSpPr/>
          <p:nvPr/>
        </p:nvGrpSpPr>
        <p:grpSpPr>
          <a:xfrm>
            <a:off x="-207056" y="1242114"/>
            <a:ext cx="4821690" cy="2659280"/>
            <a:chOff x="1248486" y="738825"/>
            <a:chExt cx="6646939" cy="3665950"/>
          </a:xfrm>
        </p:grpSpPr>
        <p:sp>
          <p:nvSpPr>
            <p:cNvPr id="457" name="Google Shape;457;p44"/>
            <p:cNvSpPr/>
            <p:nvPr/>
          </p:nvSpPr>
          <p:spPr>
            <a:xfrm>
              <a:off x="1271525" y="759175"/>
              <a:ext cx="6595500" cy="364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 rot="5400000">
              <a:off x="2739044" y="-751734"/>
              <a:ext cx="3665822" cy="6646939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13360" y="1943622"/>
            <a:ext cx="3742646" cy="1683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future requirements include: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Python X.x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Linux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Raspberry Pi (or similar SBC’s)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Docker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 smtClean="0"/>
              <a:t>Touch Display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778794" y="1497472"/>
            <a:ext cx="2846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FUTURE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4610745" y="1242020"/>
            <a:ext cx="4572000" cy="265928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ython Logo transparent PNG - Stic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913" y="3039137"/>
            <a:ext cx="785200" cy="78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Virustotal Vector SVG Icon (2) - SVG Rep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 descr="Linux Logo PNG, Linux Icon Free Download - Free Transparent PNG Log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056" y="1589183"/>
            <a:ext cx="1493864" cy="149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spberry Pi Logo transparent PNG - Stick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338" y="1794152"/>
            <a:ext cx="1069020" cy="136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ocker Logo and symbol, meaning, history, PNG, bra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672" y="1377339"/>
            <a:ext cx="2520988" cy="141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FileZilla logo.svg - Wikimedia Comm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45" y="2991064"/>
            <a:ext cx="830218" cy="83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3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/>
          <p:nvPr/>
        </p:nvSpPr>
        <p:spPr>
          <a:xfrm>
            <a:off x="3874600" y="820825"/>
            <a:ext cx="1394746" cy="1394746"/>
          </a:xfrm>
          <a:custGeom>
            <a:avLst/>
            <a:gdLst/>
            <a:ahLst/>
            <a:cxnLst/>
            <a:rect l="l" t="t" r="r" b="b"/>
            <a:pathLst>
              <a:path w="45090" h="45090" extrusionOk="0">
                <a:moveTo>
                  <a:pt x="45090" y="45089"/>
                </a:moveTo>
                <a:lnTo>
                  <a:pt x="1" y="45089"/>
                </a:lnTo>
                <a:lnTo>
                  <a:pt x="1" y="0"/>
                </a:lnTo>
                <a:lnTo>
                  <a:pt x="45090" y="0"/>
                </a:lnTo>
                <a:close/>
                <a:moveTo>
                  <a:pt x="441" y="44649"/>
                </a:moveTo>
                <a:lnTo>
                  <a:pt x="44649" y="44649"/>
                </a:lnTo>
                <a:lnTo>
                  <a:pt x="44649" y="441"/>
                </a:lnTo>
                <a:lnTo>
                  <a:pt x="441" y="44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6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BUSINESS-WISE</a:t>
            </a:r>
            <a:br>
              <a:rPr lang="en" dirty="0" smtClean="0"/>
            </a:br>
            <a:r>
              <a:rPr lang="en" dirty="0" smtClean="0"/>
              <a:t>INFORMATION</a:t>
            </a:r>
            <a:endParaRPr dirty="0"/>
          </a:p>
        </p:txBody>
      </p:sp>
      <p:sp>
        <p:nvSpPr>
          <p:cNvPr id="475" name="Google Shape;475;p46"/>
          <p:cNvSpPr txBox="1">
            <a:spLocks noGrp="1"/>
          </p:cNvSpPr>
          <p:nvPr>
            <p:ph type="title" idx="2"/>
          </p:nvPr>
        </p:nvSpPr>
        <p:spPr>
          <a:xfrm>
            <a:off x="3082350" y="867950"/>
            <a:ext cx="2979300" cy="13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984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" name="Google Shape;825;p75"/>
          <p:cNvGrpSpPr/>
          <p:nvPr/>
        </p:nvGrpSpPr>
        <p:grpSpPr>
          <a:xfrm>
            <a:off x="100010" y="1405101"/>
            <a:ext cx="8968740" cy="2821698"/>
            <a:chOff x="432306" y="1443201"/>
            <a:chExt cx="8411400" cy="2821698"/>
          </a:xfrm>
        </p:grpSpPr>
        <p:sp>
          <p:nvSpPr>
            <p:cNvPr id="826" name="Google Shape;826;p75"/>
            <p:cNvSpPr/>
            <p:nvPr/>
          </p:nvSpPr>
          <p:spPr>
            <a:xfrm>
              <a:off x="432306" y="2830505"/>
              <a:ext cx="8411400" cy="45000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5"/>
            <p:cNvSpPr/>
            <p:nvPr/>
          </p:nvSpPr>
          <p:spPr>
            <a:xfrm>
              <a:off x="1359556" y="2766370"/>
              <a:ext cx="173400" cy="173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75"/>
            <p:cNvSpPr/>
            <p:nvPr/>
          </p:nvSpPr>
          <p:spPr>
            <a:xfrm>
              <a:off x="3829410" y="2777115"/>
              <a:ext cx="173400" cy="173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75"/>
            <p:cNvSpPr/>
            <p:nvPr/>
          </p:nvSpPr>
          <p:spPr>
            <a:xfrm>
              <a:off x="6295468" y="2773159"/>
              <a:ext cx="173400" cy="173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75"/>
            <p:cNvSpPr/>
            <p:nvPr/>
          </p:nvSpPr>
          <p:spPr>
            <a:xfrm>
              <a:off x="5061683" y="2785504"/>
              <a:ext cx="173400" cy="173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75"/>
            <p:cNvSpPr/>
            <p:nvPr/>
          </p:nvSpPr>
          <p:spPr>
            <a:xfrm>
              <a:off x="2594483" y="2766370"/>
              <a:ext cx="173400" cy="173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75"/>
            <p:cNvSpPr/>
            <p:nvPr/>
          </p:nvSpPr>
          <p:spPr>
            <a:xfrm rot="5400000">
              <a:off x="5811636" y="1043931"/>
              <a:ext cx="1130766" cy="1962043"/>
            </a:xfrm>
            <a:custGeom>
              <a:avLst/>
              <a:gdLst/>
              <a:ahLst/>
              <a:cxnLst/>
              <a:rect l="l" t="t" r="r" b="b"/>
              <a:pathLst>
                <a:path w="47853" h="59330" extrusionOk="0">
                  <a:moveTo>
                    <a:pt x="47852" y="59330"/>
                  </a:moveTo>
                  <a:lnTo>
                    <a:pt x="1" y="59330"/>
                  </a:lnTo>
                  <a:lnTo>
                    <a:pt x="1" y="1"/>
                  </a:lnTo>
                  <a:lnTo>
                    <a:pt x="47852" y="1"/>
                  </a:lnTo>
                  <a:close/>
                  <a:moveTo>
                    <a:pt x="441" y="58877"/>
                  </a:moveTo>
                  <a:lnTo>
                    <a:pt x="47412" y="58877"/>
                  </a:lnTo>
                  <a:lnTo>
                    <a:pt x="47412" y="441"/>
                  </a:lnTo>
                  <a:lnTo>
                    <a:pt x="441" y="44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5"/>
            <p:cNvSpPr/>
            <p:nvPr/>
          </p:nvSpPr>
          <p:spPr>
            <a:xfrm rot="5400000">
              <a:off x="3356442" y="1028619"/>
              <a:ext cx="1130766" cy="1962043"/>
            </a:xfrm>
            <a:custGeom>
              <a:avLst/>
              <a:gdLst/>
              <a:ahLst/>
              <a:cxnLst/>
              <a:rect l="l" t="t" r="r" b="b"/>
              <a:pathLst>
                <a:path w="47853" h="59330" extrusionOk="0">
                  <a:moveTo>
                    <a:pt x="47852" y="59330"/>
                  </a:moveTo>
                  <a:lnTo>
                    <a:pt x="1" y="59330"/>
                  </a:lnTo>
                  <a:lnTo>
                    <a:pt x="1" y="1"/>
                  </a:lnTo>
                  <a:lnTo>
                    <a:pt x="47852" y="1"/>
                  </a:lnTo>
                  <a:close/>
                  <a:moveTo>
                    <a:pt x="441" y="58877"/>
                  </a:moveTo>
                  <a:lnTo>
                    <a:pt x="47412" y="58877"/>
                  </a:lnTo>
                  <a:lnTo>
                    <a:pt x="47412" y="441"/>
                  </a:lnTo>
                  <a:lnTo>
                    <a:pt x="441" y="44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5"/>
            <p:cNvSpPr/>
            <p:nvPr/>
          </p:nvSpPr>
          <p:spPr>
            <a:xfrm rot="5400000">
              <a:off x="880872" y="1027562"/>
              <a:ext cx="1130766" cy="1962043"/>
            </a:xfrm>
            <a:custGeom>
              <a:avLst/>
              <a:gdLst/>
              <a:ahLst/>
              <a:cxnLst/>
              <a:rect l="l" t="t" r="r" b="b"/>
              <a:pathLst>
                <a:path w="47853" h="59330" extrusionOk="0">
                  <a:moveTo>
                    <a:pt x="47852" y="59330"/>
                  </a:moveTo>
                  <a:lnTo>
                    <a:pt x="1" y="59330"/>
                  </a:lnTo>
                  <a:lnTo>
                    <a:pt x="1" y="1"/>
                  </a:lnTo>
                  <a:lnTo>
                    <a:pt x="47852" y="1"/>
                  </a:lnTo>
                  <a:close/>
                  <a:moveTo>
                    <a:pt x="441" y="58877"/>
                  </a:moveTo>
                  <a:lnTo>
                    <a:pt x="47412" y="58877"/>
                  </a:lnTo>
                  <a:lnTo>
                    <a:pt x="47412" y="441"/>
                  </a:lnTo>
                  <a:lnTo>
                    <a:pt x="441" y="44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5"/>
            <p:cNvSpPr/>
            <p:nvPr/>
          </p:nvSpPr>
          <p:spPr>
            <a:xfrm rot="5400000">
              <a:off x="2115799" y="2718494"/>
              <a:ext cx="1130766" cy="1962043"/>
            </a:xfrm>
            <a:custGeom>
              <a:avLst/>
              <a:gdLst/>
              <a:ahLst/>
              <a:cxnLst/>
              <a:rect l="l" t="t" r="r" b="b"/>
              <a:pathLst>
                <a:path w="47853" h="59330" extrusionOk="0">
                  <a:moveTo>
                    <a:pt x="47852" y="59330"/>
                  </a:moveTo>
                  <a:lnTo>
                    <a:pt x="1" y="59330"/>
                  </a:lnTo>
                  <a:lnTo>
                    <a:pt x="1" y="1"/>
                  </a:lnTo>
                  <a:lnTo>
                    <a:pt x="47852" y="1"/>
                  </a:lnTo>
                  <a:close/>
                  <a:moveTo>
                    <a:pt x="441" y="58877"/>
                  </a:moveTo>
                  <a:lnTo>
                    <a:pt x="47412" y="58877"/>
                  </a:lnTo>
                  <a:lnTo>
                    <a:pt x="47412" y="441"/>
                  </a:lnTo>
                  <a:lnTo>
                    <a:pt x="441" y="44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5"/>
            <p:cNvSpPr/>
            <p:nvPr/>
          </p:nvSpPr>
          <p:spPr>
            <a:xfrm rot="5400000">
              <a:off x="4600042" y="2700469"/>
              <a:ext cx="1130766" cy="1962043"/>
            </a:xfrm>
            <a:custGeom>
              <a:avLst/>
              <a:gdLst/>
              <a:ahLst/>
              <a:cxnLst/>
              <a:rect l="l" t="t" r="r" b="b"/>
              <a:pathLst>
                <a:path w="47853" h="59330" extrusionOk="0">
                  <a:moveTo>
                    <a:pt x="47852" y="59330"/>
                  </a:moveTo>
                  <a:lnTo>
                    <a:pt x="1" y="59330"/>
                  </a:lnTo>
                  <a:lnTo>
                    <a:pt x="1" y="1"/>
                  </a:lnTo>
                  <a:lnTo>
                    <a:pt x="47852" y="1"/>
                  </a:lnTo>
                  <a:close/>
                  <a:moveTo>
                    <a:pt x="441" y="58877"/>
                  </a:moveTo>
                  <a:lnTo>
                    <a:pt x="47412" y="58877"/>
                  </a:lnTo>
                  <a:lnTo>
                    <a:pt x="47412" y="441"/>
                  </a:lnTo>
                  <a:lnTo>
                    <a:pt x="441" y="44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7" name="Google Shape;837;p75"/>
            <p:cNvCxnSpPr/>
            <p:nvPr/>
          </p:nvCxnSpPr>
          <p:spPr>
            <a:xfrm>
              <a:off x="2683835" y="2921190"/>
              <a:ext cx="0" cy="2061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8" name="Google Shape;838;p75"/>
            <p:cNvCxnSpPr/>
            <p:nvPr/>
          </p:nvCxnSpPr>
          <p:spPr>
            <a:xfrm>
              <a:off x="5165425" y="2947410"/>
              <a:ext cx="0" cy="2061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75"/>
            <p:cNvCxnSpPr/>
            <p:nvPr/>
          </p:nvCxnSpPr>
          <p:spPr>
            <a:xfrm>
              <a:off x="1455982" y="2553758"/>
              <a:ext cx="0" cy="2061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0" name="Google Shape;840;p75"/>
            <p:cNvCxnSpPr/>
            <p:nvPr/>
          </p:nvCxnSpPr>
          <p:spPr>
            <a:xfrm>
              <a:off x="3918910" y="2571052"/>
              <a:ext cx="0" cy="2061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75"/>
            <p:cNvCxnSpPr/>
            <p:nvPr/>
          </p:nvCxnSpPr>
          <p:spPr>
            <a:xfrm>
              <a:off x="6382168" y="2567059"/>
              <a:ext cx="0" cy="2061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42" name="Google Shape;842;p7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843" name="Google Shape;843;p75"/>
          <p:cNvSpPr txBox="1">
            <a:spLocks noGrp="1"/>
          </p:cNvSpPr>
          <p:nvPr>
            <p:ph type="subTitle" idx="4294967295"/>
          </p:nvPr>
        </p:nvSpPr>
        <p:spPr>
          <a:xfrm>
            <a:off x="119750" y="1687992"/>
            <a:ext cx="2116953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Writing down basic layout and requirements</a:t>
            </a:r>
            <a:endParaRPr dirty="0"/>
          </a:p>
        </p:txBody>
      </p:sp>
      <p:sp>
        <p:nvSpPr>
          <p:cNvPr id="844" name="Google Shape;844;p75"/>
          <p:cNvSpPr txBox="1">
            <a:spLocks noGrp="1"/>
          </p:cNvSpPr>
          <p:nvPr>
            <p:ph type="subTitle" idx="4294967295"/>
          </p:nvPr>
        </p:nvSpPr>
        <p:spPr>
          <a:xfrm>
            <a:off x="2749496" y="1421469"/>
            <a:ext cx="2117273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4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845" name="Google Shape;845;p75"/>
          <p:cNvSpPr txBox="1">
            <a:spLocks noGrp="1"/>
          </p:cNvSpPr>
          <p:nvPr>
            <p:ph type="subTitle" idx="4294967295"/>
          </p:nvPr>
        </p:nvSpPr>
        <p:spPr>
          <a:xfrm>
            <a:off x="2756013" y="1774952"/>
            <a:ext cx="2117273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Developing code for scanning utility</a:t>
            </a:r>
            <a:endParaRPr dirty="0"/>
          </a:p>
        </p:txBody>
      </p:sp>
      <p:sp>
        <p:nvSpPr>
          <p:cNvPr id="846" name="Google Shape;846;p75"/>
          <p:cNvSpPr txBox="1">
            <a:spLocks noGrp="1"/>
          </p:cNvSpPr>
          <p:nvPr>
            <p:ph type="subTitle" idx="4294967295"/>
          </p:nvPr>
        </p:nvSpPr>
        <p:spPr>
          <a:xfrm>
            <a:off x="100010" y="1423925"/>
            <a:ext cx="2116953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1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847" name="Google Shape;847;p75"/>
          <p:cNvSpPr txBox="1">
            <a:spLocks noGrp="1"/>
          </p:cNvSpPr>
          <p:nvPr>
            <p:ph type="subTitle" idx="4294967295"/>
          </p:nvPr>
        </p:nvSpPr>
        <p:spPr>
          <a:xfrm>
            <a:off x="5367371" y="1415552"/>
            <a:ext cx="2117273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</a:t>
            </a:r>
            <a:r>
              <a:rPr lang="en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12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848" name="Google Shape;848;p75"/>
          <p:cNvSpPr txBox="1">
            <a:spLocks noGrp="1"/>
          </p:cNvSpPr>
          <p:nvPr>
            <p:ph type="subTitle" idx="4294967295"/>
          </p:nvPr>
        </p:nvSpPr>
        <p:spPr>
          <a:xfrm>
            <a:off x="5366857" y="1714411"/>
            <a:ext cx="2117273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Integration of all units and testing the software</a:t>
            </a:r>
            <a:endParaRPr dirty="0"/>
          </a:p>
        </p:txBody>
      </p:sp>
      <p:sp>
        <p:nvSpPr>
          <p:cNvPr id="849" name="Google Shape;849;p75"/>
          <p:cNvSpPr txBox="1">
            <a:spLocks noGrp="1"/>
          </p:cNvSpPr>
          <p:nvPr>
            <p:ph type="subTitle" idx="4294967295"/>
          </p:nvPr>
        </p:nvSpPr>
        <p:spPr>
          <a:xfrm>
            <a:off x="1426968" y="3417883"/>
            <a:ext cx="2116953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Developing GUI for the software</a:t>
            </a:r>
            <a:endParaRPr dirty="0"/>
          </a:p>
        </p:txBody>
      </p:sp>
      <p:sp>
        <p:nvSpPr>
          <p:cNvPr id="850" name="Google Shape;850;p75"/>
          <p:cNvSpPr txBox="1">
            <a:spLocks noGrp="1"/>
          </p:cNvSpPr>
          <p:nvPr>
            <p:ph type="subTitle" idx="4294967295"/>
          </p:nvPr>
        </p:nvSpPr>
        <p:spPr>
          <a:xfrm>
            <a:off x="1426968" y="3153817"/>
            <a:ext cx="2116953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2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851" name="Google Shape;851;p75"/>
          <p:cNvSpPr txBox="1">
            <a:spLocks noGrp="1"/>
          </p:cNvSpPr>
          <p:nvPr>
            <p:ph type="subTitle" idx="4294967295"/>
          </p:nvPr>
        </p:nvSpPr>
        <p:spPr>
          <a:xfrm>
            <a:off x="4088269" y="3392521"/>
            <a:ext cx="2116953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Developing code for host and format utility</a:t>
            </a:r>
            <a:endParaRPr dirty="0"/>
          </a:p>
        </p:txBody>
      </p:sp>
      <p:sp>
        <p:nvSpPr>
          <p:cNvPr id="852" name="Google Shape;852;p75"/>
          <p:cNvSpPr txBox="1">
            <a:spLocks noGrp="1"/>
          </p:cNvSpPr>
          <p:nvPr>
            <p:ph type="subTitle" idx="4294967295"/>
          </p:nvPr>
        </p:nvSpPr>
        <p:spPr>
          <a:xfrm>
            <a:off x="4075817" y="3114516"/>
            <a:ext cx="2116953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8</a:t>
            </a:r>
            <a:endParaRPr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2" name="Google Shape;829;p75"/>
          <p:cNvSpPr/>
          <p:nvPr/>
        </p:nvSpPr>
        <p:spPr>
          <a:xfrm>
            <a:off x="7662602" y="2726692"/>
            <a:ext cx="184889" cy="173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841;p75"/>
          <p:cNvCxnSpPr/>
          <p:nvPr/>
        </p:nvCxnSpPr>
        <p:spPr>
          <a:xfrm>
            <a:off x="7755046" y="2908416"/>
            <a:ext cx="0" cy="2061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832;p75"/>
          <p:cNvSpPr/>
          <p:nvPr/>
        </p:nvSpPr>
        <p:spPr>
          <a:xfrm rot="5400000">
            <a:off x="7189663" y="2610216"/>
            <a:ext cx="1130766" cy="2092048"/>
          </a:xfrm>
          <a:custGeom>
            <a:avLst/>
            <a:gdLst/>
            <a:ahLst/>
            <a:cxnLst/>
            <a:rect l="l" t="t" r="r" b="b"/>
            <a:pathLst>
              <a:path w="47853" h="59330" extrusionOk="0">
                <a:moveTo>
                  <a:pt x="47852" y="59330"/>
                </a:moveTo>
                <a:lnTo>
                  <a:pt x="1" y="59330"/>
                </a:lnTo>
                <a:lnTo>
                  <a:pt x="1" y="1"/>
                </a:lnTo>
                <a:lnTo>
                  <a:pt x="47852" y="1"/>
                </a:lnTo>
                <a:close/>
                <a:moveTo>
                  <a:pt x="441" y="58877"/>
                </a:moveTo>
                <a:lnTo>
                  <a:pt x="47412" y="58877"/>
                </a:lnTo>
                <a:lnTo>
                  <a:pt x="47412" y="441"/>
                </a:lnTo>
                <a:lnTo>
                  <a:pt x="441" y="44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847;p75"/>
          <p:cNvSpPr txBox="1">
            <a:spLocks/>
          </p:cNvSpPr>
          <p:nvPr/>
        </p:nvSpPr>
        <p:spPr>
          <a:xfrm>
            <a:off x="6603965" y="3116239"/>
            <a:ext cx="2117273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Montserrat"/>
              <a:buNone/>
            </a:pPr>
            <a:r>
              <a:rPr lang="en-US" sz="1800" dirty="0" smtClean="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rPr>
              <a:t>DAY 16</a:t>
            </a:r>
            <a:endParaRPr lang="en-US" sz="1800" dirty="0">
              <a:solidFill>
                <a:schemeClr val="accent5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6" name="Google Shape;848;p75"/>
          <p:cNvSpPr txBox="1">
            <a:spLocks/>
          </p:cNvSpPr>
          <p:nvPr/>
        </p:nvSpPr>
        <p:spPr>
          <a:xfrm>
            <a:off x="6709022" y="3421508"/>
            <a:ext cx="2117273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None/>
            </a:pPr>
            <a:r>
              <a:rPr lang="el-GR" b="1" dirty="0" smtClean="0"/>
              <a:t>α</a:t>
            </a:r>
            <a:r>
              <a:rPr lang="en-IN" b="1" dirty="0" smtClean="0"/>
              <a:t> </a:t>
            </a:r>
            <a:r>
              <a:rPr lang="en-IN" dirty="0" smtClean="0"/>
              <a:t>developed. Waiting for proper support for arm64 processors</a:t>
            </a:r>
            <a:r>
              <a:rPr lang="en-IN" b="1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745" y="1600390"/>
            <a:ext cx="2414244" cy="2394878"/>
          </a:xfrm>
          <a:prstGeom prst="rect">
            <a:avLst/>
          </a:prstGeom>
        </p:spPr>
      </p:pic>
      <p:sp>
        <p:nvSpPr>
          <p:cNvPr id="523" name="Google Shape;523;p50"/>
          <p:cNvSpPr/>
          <p:nvPr/>
        </p:nvSpPr>
        <p:spPr>
          <a:xfrm>
            <a:off x="5645170" y="2076016"/>
            <a:ext cx="1314197" cy="1256825"/>
          </a:xfrm>
          <a:custGeom>
            <a:avLst/>
            <a:gdLst/>
            <a:ahLst/>
            <a:cxnLst/>
            <a:rect l="l" t="t" r="r" b="b"/>
            <a:pathLst>
              <a:path w="70438" h="67363" extrusionOk="0">
                <a:moveTo>
                  <a:pt x="36493" y="2072"/>
                </a:moveTo>
                <a:lnTo>
                  <a:pt x="59044" y="18455"/>
                </a:lnTo>
                <a:lnTo>
                  <a:pt x="68188" y="25099"/>
                </a:lnTo>
                <a:cubicBezTo>
                  <a:pt x="67997" y="25325"/>
                  <a:pt x="67890" y="25611"/>
                  <a:pt x="67890" y="25909"/>
                </a:cubicBezTo>
                <a:cubicBezTo>
                  <a:pt x="67890" y="25980"/>
                  <a:pt x="67902" y="26052"/>
                  <a:pt x="67914" y="26135"/>
                </a:cubicBezTo>
                <a:lnTo>
                  <a:pt x="41292" y="28861"/>
                </a:lnTo>
                <a:cubicBezTo>
                  <a:pt x="41303" y="28814"/>
                  <a:pt x="41303" y="28754"/>
                  <a:pt x="41303" y="28695"/>
                </a:cubicBezTo>
                <a:cubicBezTo>
                  <a:pt x="41303" y="27981"/>
                  <a:pt x="40721" y="27425"/>
                  <a:pt x="40045" y="27425"/>
                </a:cubicBezTo>
                <a:cubicBezTo>
                  <a:pt x="39954" y="27425"/>
                  <a:pt x="39861" y="27435"/>
                  <a:pt x="39768" y="27456"/>
                </a:cubicBezTo>
                <a:lnTo>
                  <a:pt x="35791" y="2513"/>
                </a:lnTo>
                <a:cubicBezTo>
                  <a:pt x="36065" y="2441"/>
                  <a:pt x="36315" y="2287"/>
                  <a:pt x="36493" y="2072"/>
                </a:cubicBezTo>
                <a:close/>
                <a:moveTo>
                  <a:pt x="34529" y="2072"/>
                </a:moveTo>
                <a:cubicBezTo>
                  <a:pt x="34779" y="2370"/>
                  <a:pt x="35136" y="2537"/>
                  <a:pt x="35517" y="2537"/>
                </a:cubicBezTo>
                <a:lnTo>
                  <a:pt x="35636" y="2537"/>
                </a:lnTo>
                <a:lnTo>
                  <a:pt x="39589" y="27516"/>
                </a:lnTo>
                <a:cubicBezTo>
                  <a:pt x="39089" y="27706"/>
                  <a:pt x="38767" y="28171"/>
                  <a:pt x="38767" y="28707"/>
                </a:cubicBezTo>
                <a:cubicBezTo>
                  <a:pt x="38767" y="28778"/>
                  <a:pt x="38779" y="28849"/>
                  <a:pt x="38791" y="28921"/>
                </a:cubicBezTo>
                <a:lnTo>
                  <a:pt x="2739" y="26052"/>
                </a:lnTo>
                <a:cubicBezTo>
                  <a:pt x="2691" y="25813"/>
                  <a:pt x="2572" y="25587"/>
                  <a:pt x="2406" y="25409"/>
                </a:cubicBezTo>
                <a:lnTo>
                  <a:pt x="34529" y="2072"/>
                </a:lnTo>
                <a:close/>
                <a:moveTo>
                  <a:pt x="2763" y="26206"/>
                </a:moveTo>
                <a:lnTo>
                  <a:pt x="38827" y="29064"/>
                </a:lnTo>
                <a:cubicBezTo>
                  <a:pt x="38910" y="29338"/>
                  <a:pt x="39089" y="29576"/>
                  <a:pt x="39327" y="29742"/>
                </a:cubicBezTo>
                <a:lnTo>
                  <a:pt x="23087" y="50174"/>
                </a:lnTo>
                <a:cubicBezTo>
                  <a:pt x="22856" y="49992"/>
                  <a:pt x="22580" y="49902"/>
                  <a:pt x="22305" y="49902"/>
                </a:cubicBezTo>
                <a:cubicBezTo>
                  <a:pt x="21983" y="49902"/>
                  <a:pt x="21664" y="50025"/>
                  <a:pt x="21420" y="50269"/>
                </a:cubicBezTo>
                <a:lnTo>
                  <a:pt x="2430" y="27123"/>
                </a:lnTo>
                <a:cubicBezTo>
                  <a:pt x="2644" y="26897"/>
                  <a:pt x="2751" y="26599"/>
                  <a:pt x="2763" y="26290"/>
                </a:cubicBezTo>
                <a:lnTo>
                  <a:pt x="2763" y="26206"/>
                </a:lnTo>
                <a:close/>
                <a:moveTo>
                  <a:pt x="67950" y="26266"/>
                </a:moveTo>
                <a:cubicBezTo>
                  <a:pt x="67997" y="26433"/>
                  <a:pt x="68069" y="26575"/>
                  <a:pt x="68176" y="26694"/>
                </a:cubicBezTo>
                <a:lnTo>
                  <a:pt x="23444" y="50614"/>
                </a:lnTo>
                <a:cubicBezTo>
                  <a:pt x="23385" y="50483"/>
                  <a:pt x="23301" y="50364"/>
                  <a:pt x="23194" y="50269"/>
                </a:cubicBezTo>
                <a:lnTo>
                  <a:pt x="39446" y="29826"/>
                </a:lnTo>
                <a:cubicBezTo>
                  <a:pt x="39637" y="29909"/>
                  <a:pt x="39827" y="29969"/>
                  <a:pt x="40041" y="29969"/>
                </a:cubicBezTo>
                <a:cubicBezTo>
                  <a:pt x="40613" y="29969"/>
                  <a:pt x="41125" y="29576"/>
                  <a:pt x="41268" y="29016"/>
                </a:cubicBezTo>
                <a:lnTo>
                  <a:pt x="67950" y="26266"/>
                </a:lnTo>
                <a:close/>
                <a:moveTo>
                  <a:pt x="2327" y="27236"/>
                </a:moveTo>
                <a:lnTo>
                  <a:pt x="21313" y="50376"/>
                </a:lnTo>
                <a:cubicBezTo>
                  <a:pt x="20837" y="50983"/>
                  <a:pt x="21003" y="51876"/>
                  <a:pt x="21670" y="52269"/>
                </a:cubicBezTo>
                <a:lnTo>
                  <a:pt x="14979" y="64937"/>
                </a:lnTo>
                <a:cubicBezTo>
                  <a:pt x="14811" y="64857"/>
                  <a:pt x="14635" y="64817"/>
                  <a:pt x="14458" y="64817"/>
                </a:cubicBezTo>
                <a:cubicBezTo>
                  <a:pt x="14345" y="64817"/>
                  <a:pt x="14233" y="64833"/>
                  <a:pt x="14121" y="64866"/>
                </a:cubicBezTo>
                <a:lnTo>
                  <a:pt x="1977" y="27456"/>
                </a:lnTo>
                <a:cubicBezTo>
                  <a:pt x="2105" y="27398"/>
                  <a:pt x="2222" y="27329"/>
                  <a:pt x="2327" y="27236"/>
                </a:cubicBezTo>
                <a:close/>
                <a:moveTo>
                  <a:pt x="68283" y="26814"/>
                </a:moveTo>
                <a:cubicBezTo>
                  <a:pt x="68509" y="27040"/>
                  <a:pt x="68819" y="27171"/>
                  <a:pt x="69140" y="27171"/>
                </a:cubicBezTo>
                <a:lnTo>
                  <a:pt x="67640" y="31778"/>
                </a:lnTo>
                <a:lnTo>
                  <a:pt x="56960" y="64675"/>
                </a:lnTo>
                <a:cubicBezTo>
                  <a:pt x="56841" y="64640"/>
                  <a:pt x="56710" y="64628"/>
                  <a:pt x="56591" y="64628"/>
                </a:cubicBezTo>
                <a:cubicBezTo>
                  <a:pt x="56043" y="64628"/>
                  <a:pt x="55567" y="64973"/>
                  <a:pt x="55389" y="65497"/>
                </a:cubicBezTo>
                <a:lnTo>
                  <a:pt x="37362" y="57722"/>
                </a:lnTo>
                <a:lnTo>
                  <a:pt x="23456" y="51709"/>
                </a:lnTo>
                <a:cubicBezTo>
                  <a:pt x="23539" y="51543"/>
                  <a:pt x="23575" y="51352"/>
                  <a:pt x="23575" y="51174"/>
                </a:cubicBezTo>
                <a:cubicBezTo>
                  <a:pt x="23575" y="51031"/>
                  <a:pt x="23551" y="50900"/>
                  <a:pt x="23515" y="50769"/>
                </a:cubicBezTo>
                <a:lnTo>
                  <a:pt x="68283" y="26814"/>
                </a:lnTo>
                <a:close/>
                <a:moveTo>
                  <a:pt x="23385" y="51852"/>
                </a:moveTo>
                <a:lnTo>
                  <a:pt x="43625" y="60591"/>
                </a:lnTo>
                <a:lnTo>
                  <a:pt x="55341" y="65652"/>
                </a:lnTo>
                <a:cubicBezTo>
                  <a:pt x="55329" y="65735"/>
                  <a:pt x="55317" y="65818"/>
                  <a:pt x="55317" y="65902"/>
                </a:cubicBezTo>
                <a:cubicBezTo>
                  <a:pt x="55317" y="65949"/>
                  <a:pt x="55317" y="65985"/>
                  <a:pt x="55317" y="66021"/>
                </a:cubicBezTo>
                <a:lnTo>
                  <a:pt x="15717" y="66021"/>
                </a:lnTo>
                <a:cubicBezTo>
                  <a:pt x="15693" y="65604"/>
                  <a:pt x="15467" y="65223"/>
                  <a:pt x="15122" y="65009"/>
                </a:cubicBezTo>
                <a:lnTo>
                  <a:pt x="21849" y="52352"/>
                </a:lnTo>
                <a:cubicBezTo>
                  <a:pt x="21991" y="52412"/>
                  <a:pt x="22146" y="52448"/>
                  <a:pt x="22313" y="52448"/>
                </a:cubicBezTo>
                <a:cubicBezTo>
                  <a:pt x="22753" y="52448"/>
                  <a:pt x="23158" y="52221"/>
                  <a:pt x="23385" y="51852"/>
                </a:cubicBezTo>
                <a:close/>
                <a:moveTo>
                  <a:pt x="35517" y="1"/>
                </a:moveTo>
                <a:cubicBezTo>
                  <a:pt x="34517" y="1"/>
                  <a:pt x="33910" y="1108"/>
                  <a:pt x="34445" y="1953"/>
                </a:cubicBezTo>
                <a:lnTo>
                  <a:pt x="2299" y="25313"/>
                </a:lnTo>
                <a:cubicBezTo>
                  <a:pt x="2056" y="25109"/>
                  <a:pt x="1770" y="25014"/>
                  <a:pt x="1488" y="25014"/>
                </a:cubicBezTo>
                <a:cubicBezTo>
                  <a:pt x="981" y="25014"/>
                  <a:pt x="490" y="25321"/>
                  <a:pt x="298" y="25849"/>
                </a:cubicBezTo>
                <a:cubicBezTo>
                  <a:pt x="1" y="26683"/>
                  <a:pt x="608" y="27552"/>
                  <a:pt x="1489" y="27552"/>
                </a:cubicBezTo>
                <a:cubicBezTo>
                  <a:pt x="1608" y="27552"/>
                  <a:pt x="1727" y="27540"/>
                  <a:pt x="1834" y="27504"/>
                </a:cubicBezTo>
                <a:lnTo>
                  <a:pt x="13990" y="64913"/>
                </a:lnTo>
                <a:cubicBezTo>
                  <a:pt x="13062" y="65271"/>
                  <a:pt x="12895" y="66533"/>
                  <a:pt x="13705" y="67116"/>
                </a:cubicBezTo>
                <a:cubicBezTo>
                  <a:pt x="13935" y="67286"/>
                  <a:pt x="14194" y="67363"/>
                  <a:pt x="14447" y="67363"/>
                </a:cubicBezTo>
                <a:cubicBezTo>
                  <a:pt x="15083" y="67363"/>
                  <a:pt x="15683" y="66879"/>
                  <a:pt x="15717" y="66164"/>
                </a:cubicBezTo>
                <a:lnTo>
                  <a:pt x="55353" y="66164"/>
                </a:lnTo>
                <a:cubicBezTo>
                  <a:pt x="55489" y="66787"/>
                  <a:pt x="56032" y="67169"/>
                  <a:pt x="56598" y="67169"/>
                </a:cubicBezTo>
                <a:cubicBezTo>
                  <a:pt x="56876" y="67169"/>
                  <a:pt x="57158" y="67078"/>
                  <a:pt x="57401" y="66878"/>
                </a:cubicBezTo>
                <a:cubicBezTo>
                  <a:pt x="58139" y="66271"/>
                  <a:pt x="57972" y="65104"/>
                  <a:pt x="57091" y="64735"/>
                </a:cubicBezTo>
                <a:lnTo>
                  <a:pt x="69295" y="27159"/>
                </a:lnTo>
                <a:cubicBezTo>
                  <a:pt x="69950" y="27087"/>
                  <a:pt x="70438" y="26552"/>
                  <a:pt x="70438" y="25897"/>
                </a:cubicBezTo>
                <a:cubicBezTo>
                  <a:pt x="70438" y="25133"/>
                  <a:pt x="69811" y="24624"/>
                  <a:pt x="69156" y="24624"/>
                </a:cubicBezTo>
                <a:cubicBezTo>
                  <a:pt x="68851" y="24624"/>
                  <a:pt x="68540" y="24734"/>
                  <a:pt x="68283" y="24980"/>
                </a:cubicBezTo>
                <a:lnTo>
                  <a:pt x="36589" y="1953"/>
                </a:lnTo>
                <a:cubicBezTo>
                  <a:pt x="37124" y="1108"/>
                  <a:pt x="36517" y="1"/>
                  <a:pt x="35517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5"/>
              </a:gs>
              <a:gs pos="100000">
                <a:schemeClr val="accent5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0"/>
          <p:cNvSpPr txBox="1">
            <a:spLocks noGrp="1"/>
          </p:cNvSpPr>
          <p:nvPr>
            <p:ph type="title"/>
          </p:nvPr>
        </p:nvSpPr>
        <p:spPr>
          <a:xfrm>
            <a:off x="609601" y="403025"/>
            <a:ext cx="8084820" cy="10166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FINANCES OF FULL </a:t>
            </a:r>
            <a:br>
              <a:rPr lang="en" dirty="0" smtClean="0"/>
            </a:br>
            <a:r>
              <a:rPr lang="en" dirty="0" smtClean="0"/>
              <a:t>RELEASE PRODUCT  </a:t>
            </a:r>
            <a:br>
              <a:rPr lang="en" dirty="0" smtClean="0"/>
            </a:br>
            <a:r>
              <a:rPr lang="en" dirty="0"/>
              <a:t>	</a:t>
            </a:r>
            <a:r>
              <a:rPr lang="en" dirty="0" smtClean="0"/>
              <a:t>						</a:t>
            </a:r>
            <a:r>
              <a:rPr lang="en" sz="1050" dirty="0" smtClean="0"/>
              <a:t>*per 100 products</a:t>
            </a:r>
            <a:endParaRPr dirty="0"/>
          </a:p>
        </p:txBody>
      </p:sp>
      <p:cxnSp>
        <p:nvCxnSpPr>
          <p:cNvPr id="526" name="Google Shape;526;p50"/>
          <p:cNvCxnSpPr/>
          <p:nvPr/>
        </p:nvCxnSpPr>
        <p:spPr>
          <a:xfrm>
            <a:off x="4837870" y="1887725"/>
            <a:ext cx="9855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7" name="Google Shape;527;p50"/>
          <p:cNvSpPr txBox="1">
            <a:spLocks noGrp="1"/>
          </p:cNvSpPr>
          <p:nvPr>
            <p:ph type="subTitle" idx="4294967295"/>
          </p:nvPr>
        </p:nvSpPr>
        <p:spPr>
          <a:xfrm>
            <a:off x="4837870" y="1930349"/>
            <a:ext cx="7740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10.8%</a:t>
            </a:r>
            <a:endParaRPr dirty="0"/>
          </a:p>
        </p:txBody>
      </p:sp>
      <p:sp>
        <p:nvSpPr>
          <p:cNvPr id="528" name="Google Shape;528;p50"/>
          <p:cNvSpPr txBox="1">
            <a:spLocks noGrp="1"/>
          </p:cNvSpPr>
          <p:nvPr>
            <p:ph type="subTitle" idx="4294967295"/>
          </p:nvPr>
        </p:nvSpPr>
        <p:spPr>
          <a:xfrm>
            <a:off x="4837870" y="1654199"/>
            <a:ext cx="8793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VT</a:t>
            </a:r>
            <a:endParaRPr dirty="0"/>
          </a:p>
        </p:txBody>
      </p:sp>
      <p:cxnSp>
        <p:nvCxnSpPr>
          <p:cNvPr id="529" name="Google Shape;529;p50"/>
          <p:cNvCxnSpPr/>
          <p:nvPr/>
        </p:nvCxnSpPr>
        <p:spPr>
          <a:xfrm>
            <a:off x="4403943" y="3431524"/>
            <a:ext cx="11292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30" name="Google Shape;530;p50"/>
          <p:cNvSpPr txBox="1">
            <a:spLocks noGrp="1"/>
          </p:cNvSpPr>
          <p:nvPr>
            <p:ph type="subTitle" idx="4294967295"/>
          </p:nvPr>
        </p:nvSpPr>
        <p:spPr>
          <a:xfrm>
            <a:off x="4403943" y="3474147"/>
            <a:ext cx="7740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44.5%</a:t>
            </a:r>
            <a:endParaRPr dirty="0"/>
          </a:p>
        </p:txBody>
      </p:sp>
      <p:sp>
        <p:nvSpPr>
          <p:cNvPr id="531" name="Google Shape;531;p50"/>
          <p:cNvSpPr txBox="1">
            <a:spLocks noGrp="1"/>
          </p:cNvSpPr>
          <p:nvPr>
            <p:ph type="subTitle" idx="4294967295"/>
          </p:nvPr>
        </p:nvSpPr>
        <p:spPr>
          <a:xfrm>
            <a:off x="4403943" y="3197998"/>
            <a:ext cx="8793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Display</a:t>
            </a:r>
            <a:endParaRPr dirty="0"/>
          </a:p>
        </p:txBody>
      </p:sp>
      <p:cxnSp>
        <p:nvCxnSpPr>
          <p:cNvPr id="532" name="Google Shape;532;p50"/>
          <p:cNvCxnSpPr/>
          <p:nvPr/>
        </p:nvCxnSpPr>
        <p:spPr>
          <a:xfrm flipH="1">
            <a:off x="6452795" y="1763937"/>
            <a:ext cx="1266624" cy="6798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33" name="Google Shape;533;p50"/>
          <p:cNvSpPr txBox="1">
            <a:spLocks noGrp="1"/>
          </p:cNvSpPr>
          <p:nvPr>
            <p:ph type="subTitle" idx="4294967295"/>
          </p:nvPr>
        </p:nvSpPr>
        <p:spPr>
          <a:xfrm>
            <a:off x="6945419" y="1806440"/>
            <a:ext cx="7740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5.7%</a:t>
            </a:r>
            <a:endParaRPr dirty="0"/>
          </a:p>
        </p:txBody>
      </p:sp>
      <p:sp>
        <p:nvSpPr>
          <p:cNvPr id="534" name="Google Shape;534;p50"/>
          <p:cNvSpPr txBox="1">
            <a:spLocks noGrp="1"/>
          </p:cNvSpPr>
          <p:nvPr>
            <p:ph type="subTitle" idx="4294967295"/>
          </p:nvPr>
        </p:nvSpPr>
        <p:spPr>
          <a:xfrm>
            <a:off x="6733919" y="1551774"/>
            <a:ext cx="9855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Qt </a:t>
            </a:r>
            <a:endParaRPr dirty="0"/>
          </a:p>
        </p:txBody>
      </p:sp>
      <p:cxnSp>
        <p:nvCxnSpPr>
          <p:cNvPr id="535" name="Google Shape;535;p50"/>
          <p:cNvCxnSpPr/>
          <p:nvPr/>
        </p:nvCxnSpPr>
        <p:spPr>
          <a:xfrm rot="10800000">
            <a:off x="6996068" y="3431524"/>
            <a:ext cx="12162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36" name="Google Shape;536;p50"/>
          <p:cNvSpPr txBox="1">
            <a:spLocks noGrp="1"/>
          </p:cNvSpPr>
          <p:nvPr>
            <p:ph type="subTitle" idx="4294967295"/>
          </p:nvPr>
        </p:nvSpPr>
        <p:spPr>
          <a:xfrm>
            <a:off x="7438295" y="3474147"/>
            <a:ext cx="7740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39.1%</a:t>
            </a:r>
            <a:endParaRPr dirty="0"/>
          </a:p>
        </p:txBody>
      </p:sp>
      <p:sp>
        <p:nvSpPr>
          <p:cNvPr id="537" name="Google Shape;537;p50"/>
          <p:cNvSpPr txBox="1">
            <a:spLocks noGrp="1"/>
          </p:cNvSpPr>
          <p:nvPr>
            <p:ph type="subTitle" idx="4294967295"/>
          </p:nvPr>
        </p:nvSpPr>
        <p:spPr>
          <a:xfrm>
            <a:off x="7226669" y="3197998"/>
            <a:ext cx="985500" cy="1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</a:t>
            </a:r>
            <a:r>
              <a:rPr lang="en-US" dirty="0" smtClean="0"/>
              <a:t>Pi 4</a:t>
            </a:r>
            <a:endParaRPr dirty="0"/>
          </a:p>
        </p:txBody>
      </p:sp>
      <p:sp>
        <p:nvSpPr>
          <p:cNvPr id="538" name="Google Shape;538;p50"/>
          <p:cNvSpPr txBox="1">
            <a:spLocks noGrp="1"/>
          </p:cNvSpPr>
          <p:nvPr>
            <p:ph type="subTitle" idx="4294967295"/>
          </p:nvPr>
        </p:nvSpPr>
        <p:spPr>
          <a:xfrm>
            <a:off x="399084" y="1124246"/>
            <a:ext cx="3422037" cy="17027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smtClean="0"/>
              <a:t>Total Costs of 100 products –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000" dirty="0" smtClean="0"/>
              <a:t>1. </a:t>
            </a:r>
            <a:r>
              <a:rPr lang="en-IN" sz="1000" dirty="0" err="1" smtClean="0"/>
              <a:t>Qt</a:t>
            </a:r>
            <a:r>
              <a:rPr lang="en-IN" sz="1000" dirty="0" smtClean="0"/>
              <a:t> Commercial licence:	</a:t>
            </a:r>
            <a:r>
              <a:rPr lang="en-US" sz="1100" dirty="0" smtClean="0"/>
              <a:t>₹    42,000/-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100" dirty="0" smtClean="0"/>
              <a:t>2. VT Enterprise API:</a:t>
            </a:r>
            <a:r>
              <a:rPr lang="en-IN" sz="800" dirty="0"/>
              <a:t>	</a:t>
            </a:r>
            <a:r>
              <a:rPr lang="en-US" sz="1050" dirty="0"/>
              <a:t>₹ </a:t>
            </a:r>
            <a:r>
              <a:rPr lang="en-US" sz="1050" dirty="0" smtClean="0"/>
              <a:t>    80,000/-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050" dirty="0" smtClean="0"/>
              <a:t>3. </a:t>
            </a:r>
            <a:r>
              <a:rPr lang="en-IN" sz="1100" dirty="0" smtClean="0"/>
              <a:t>Raspberry Pi 4:</a:t>
            </a:r>
            <a:r>
              <a:rPr lang="en-IN" sz="1100" dirty="0"/>
              <a:t>	</a:t>
            </a:r>
            <a:r>
              <a:rPr lang="en-US" sz="1100" dirty="0"/>
              <a:t>₹ </a:t>
            </a:r>
            <a:r>
              <a:rPr lang="en-US" sz="1100" dirty="0" smtClean="0"/>
              <a:t>2,90,000/-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100" dirty="0" smtClean="0"/>
              <a:t>4. Display:		</a:t>
            </a:r>
            <a:r>
              <a:rPr lang="en-US" sz="1100" dirty="0" smtClean="0"/>
              <a:t>₹ </a:t>
            </a:r>
            <a:r>
              <a:rPr lang="en-US" sz="1100" u="sng" dirty="0" smtClean="0"/>
              <a:t>3,30,000</a:t>
            </a:r>
            <a:r>
              <a:rPr lang="en-US" sz="1100" u="sng" dirty="0"/>
              <a:t>/-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050" dirty="0" smtClean="0"/>
              <a:t>		</a:t>
            </a:r>
            <a:r>
              <a:rPr lang="en-US" sz="1050" dirty="0" smtClean="0"/>
              <a:t>₹ 7,42,000</a:t>
            </a:r>
            <a:r>
              <a:rPr lang="en-US" sz="1050" dirty="0"/>
              <a:t>/-</a:t>
            </a:r>
            <a:endParaRPr lang="en-US" sz="105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lvl="0" indent="0">
              <a:buNone/>
            </a:pPr>
            <a:endParaRPr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96" y="2964430"/>
            <a:ext cx="2377189" cy="23771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6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</a:t>
            </a:r>
            <a:r>
              <a:rPr lang="en" dirty="0"/>
              <a:t>TEAM</a:t>
            </a:r>
            <a:endParaRPr dirty="0"/>
          </a:p>
        </p:txBody>
      </p:sp>
      <p:sp>
        <p:nvSpPr>
          <p:cNvPr id="1025" name="Google Shape;1025;p86"/>
          <p:cNvSpPr txBox="1">
            <a:spLocks noGrp="1"/>
          </p:cNvSpPr>
          <p:nvPr>
            <p:ph type="subTitle" idx="4"/>
          </p:nvPr>
        </p:nvSpPr>
        <p:spPr>
          <a:xfrm>
            <a:off x="2117675" y="3281401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No.. I am serious, there’s noone else</a:t>
            </a:r>
            <a:endParaRPr dirty="0"/>
          </a:p>
        </p:txBody>
      </p:sp>
      <p:sp>
        <p:nvSpPr>
          <p:cNvPr id="1026" name="Google Shape;1026;p86"/>
          <p:cNvSpPr txBox="1">
            <a:spLocks noGrp="1"/>
          </p:cNvSpPr>
          <p:nvPr>
            <p:ph type="subTitle" idx="1"/>
          </p:nvPr>
        </p:nvSpPr>
        <p:spPr>
          <a:xfrm>
            <a:off x="2117675" y="1629800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ABHIJEET PAWAR</a:t>
            </a:r>
            <a:endParaRPr dirty="0"/>
          </a:p>
        </p:txBody>
      </p:sp>
      <p:sp>
        <p:nvSpPr>
          <p:cNvPr id="1027" name="Google Shape;1027;p86"/>
          <p:cNvSpPr txBox="1">
            <a:spLocks noGrp="1"/>
          </p:cNvSpPr>
          <p:nvPr>
            <p:ph type="subTitle" idx="2"/>
          </p:nvPr>
        </p:nvSpPr>
        <p:spPr>
          <a:xfrm>
            <a:off x="2117675" y="1823228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 computers and programming enthusiast</a:t>
            </a:r>
            <a:endParaRPr dirty="0"/>
          </a:p>
        </p:txBody>
      </p:sp>
      <p:sp>
        <p:nvSpPr>
          <p:cNvPr id="1030" name="Google Shape;1030;p86"/>
          <p:cNvSpPr txBox="1">
            <a:spLocks noGrp="1"/>
          </p:cNvSpPr>
          <p:nvPr>
            <p:ph type="subTitle" idx="3"/>
          </p:nvPr>
        </p:nvSpPr>
        <p:spPr>
          <a:xfrm>
            <a:off x="2117675" y="3087973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r>
              <a:rPr lang="en" baseline="30000" dirty="0" smtClean="0"/>
              <a:t>rd</a:t>
            </a:r>
            <a:r>
              <a:rPr lang="en" dirty="0" smtClean="0"/>
              <a:t> PERSON</a:t>
            </a:r>
            <a:endParaRPr dirty="0"/>
          </a:p>
        </p:txBody>
      </p:sp>
      <p:sp>
        <p:nvSpPr>
          <p:cNvPr id="1031" name="Google Shape;1031;p86"/>
          <p:cNvSpPr txBox="1">
            <a:spLocks noGrp="1"/>
          </p:cNvSpPr>
          <p:nvPr>
            <p:ph type="subTitle" idx="5"/>
          </p:nvPr>
        </p:nvSpPr>
        <p:spPr>
          <a:xfrm>
            <a:off x="4825925" y="1629800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</a:t>
            </a:r>
            <a:r>
              <a:rPr lang="en" baseline="30000" dirty="0" smtClean="0"/>
              <a:t>nd</a:t>
            </a:r>
            <a:r>
              <a:rPr lang="en" dirty="0" smtClean="0"/>
              <a:t> PERSON</a:t>
            </a:r>
            <a:endParaRPr dirty="0"/>
          </a:p>
        </p:txBody>
      </p:sp>
      <p:sp>
        <p:nvSpPr>
          <p:cNvPr id="1032" name="Google Shape;1032;p86"/>
          <p:cNvSpPr txBox="1">
            <a:spLocks noGrp="1"/>
          </p:cNvSpPr>
          <p:nvPr>
            <p:ph type="subTitle" idx="6"/>
          </p:nvPr>
        </p:nvSpPr>
        <p:spPr>
          <a:xfrm>
            <a:off x="4825925" y="1823228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It</a:t>
            </a:r>
            <a:r>
              <a:rPr lang="en" dirty="0" smtClean="0"/>
              <a:t> was a solo project!</a:t>
            </a:r>
            <a:endParaRPr dirty="0"/>
          </a:p>
        </p:txBody>
      </p:sp>
      <p:sp>
        <p:nvSpPr>
          <p:cNvPr id="1033" name="Google Shape;1033;p86"/>
          <p:cNvSpPr txBox="1">
            <a:spLocks noGrp="1"/>
          </p:cNvSpPr>
          <p:nvPr>
            <p:ph type="subTitle" idx="7"/>
          </p:nvPr>
        </p:nvSpPr>
        <p:spPr>
          <a:xfrm>
            <a:off x="4825925" y="3087973"/>
            <a:ext cx="2200200" cy="3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WAIT! IT’S ALL YOU?</a:t>
            </a:r>
            <a:endParaRPr dirty="0"/>
          </a:p>
        </p:txBody>
      </p:sp>
      <p:sp>
        <p:nvSpPr>
          <p:cNvPr id="1034" name="Google Shape;1034;p86"/>
          <p:cNvSpPr txBox="1">
            <a:spLocks noGrp="1"/>
          </p:cNvSpPr>
          <p:nvPr>
            <p:ph type="subTitle" idx="8"/>
          </p:nvPr>
        </p:nvSpPr>
        <p:spPr>
          <a:xfrm>
            <a:off x="4825925" y="3281401"/>
            <a:ext cx="22002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Always has been!!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969" t="6908" r="12459" b="5400"/>
          <a:stretch/>
        </p:blipFill>
        <p:spPr>
          <a:xfrm>
            <a:off x="778359" y="1414873"/>
            <a:ext cx="1197982" cy="12165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075" y="1409938"/>
            <a:ext cx="1218616" cy="11452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25" y="2868113"/>
            <a:ext cx="1218616" cy="1145285"/>
          </a:xfrm>
          <a:prstGeom prst="rect">
            <a:avLst/>
          </a:prstGeom>
        </p:spPr>
      </p:pic>
      <p:pic>
        <p:nvPicPr>
          <p:cNvPr id="5" name="Picture 4" descr="https://i.imgflip.com/74kkhq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144" y="2874730"/>
            <a:ext cx="1404477" cy="114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5" t="26535" r="9889" b="23687"/>
          <a:stretch/>
        </p:blipFill>
        <p:spPr>
          <a:xfrm rot="14569716">
            <a:off x="7200480" y="2961597"/>
            <a:ext cx="514215" cy="6619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xfrm>
            <a:off x="2716500" y="2904100"/>
            <a:ext cx="3711000" cy="3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smtClean="0"/>
              <a:t>—</a:t>
            </a:r>
            <a:r>
              <a:rPr lang="en-US" dirty="0" smtClean="0"/>
              <a:t>MAYA ANGELOU</a:t>
            </a:r>
            <a:endParaRPr dirty="0"/>
          </a:p>
        </p:txBody>
      </p:sp>
      <p:sp>
        <p:nvSpPr>
          <p:cNvPr id="429" name="Google Shape;429;p40"/>
          <p:cNvSpPr txBox="1">
            <a:spLocks noGrp="1"/>
          </p:cNvSpPr>
          <p:nvPr>
            <p:ph type="subTitle" idx="1"/>
          </p:nvPr>
        </p:nvSpPr>
        <p:spPr>
          <a:xfrm>
            <a:off x="1986000" y="1750675"/>
            <a:ext cx="5172000" cy="131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“</a:t>
            </a:r>
            <a:r>
              <a:rPr lang="en-US" dirty="0"/>
              <a:t>​​You can’t use up creativity. The more you use, the more you have</a:t>
            </a:r>
            <a:r>
              <a:rPr lang="en-US" dirty="0" smtClean="0"/>
              <a:t>.”</a:t>
            </a:r>
            <a:endParaRPr dirty="0"/>
          </a:p>
        </p:txBody>
      </p:sp>
      <p:grpSp>
        <p:nvGrpSpPr>
          <p:cNvPr id="818" name="Google Shape;1516;p101"/>
          <p:cNvGrpSpPr/>
          <p:nvPr/>
        </p:nvGrpSpPr>
        <p:grpSpPr>
          <a:xfrm>
            <a:off x="261948" y="184109"/>
            <a:ext cx="2930832" cy="1682791"/>
            <a:chOff x="238125" y="1038125"/>
            <a:chExt cx="7146800" cy="3633625"/>
          </a:xfrm>
          <a:solidFill>
            <a:srgbClr val="DCAE52"/>
          </a:solidFill>
        </p:grpSpPr>
        <p:sp>
          <p:nvSpPr>
            <p:cNvPr id="819" name="Google Shape;1517;p101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518;p101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519;p101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520;p101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521;p101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522;p101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523;p101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524;p101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525;p101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526;p101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527;p101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528;p101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529;p101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530;p101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531;p101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532;p101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533;p101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534;p101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535;p101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536;p101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537;p101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538;p101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539;p101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540;p101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541;p101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542;p101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543;p101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544;p101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545;p101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546;p101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547;p101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548;p101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549;p101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550;p101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551;p101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552;p101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553;p101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554;p101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555;p101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556;p101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557;p101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558;p101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559;p101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560;p101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561;p101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562;p101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1563;p101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1564;p101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565;p101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566;p101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567;p101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568;p101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569;p101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570;p101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571;p101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572;p101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573;p101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574;p101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575;p101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576;p101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577;p101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578;p101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579;p101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580;p101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581;p101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582;p101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583;p101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584;p101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585;p101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586;p101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587;p101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588;p101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589;p101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590;p101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591;p101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592;p101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593;p101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594;p101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595;p101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596;p101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597;p101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598;p101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599;p101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600;p101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601;p101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602;p101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603;p101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604;p101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605;p101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606;p101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607;p101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608;p101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609;p101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610;p101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611;p101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612;p101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613;p101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614;p101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615;p101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616;p101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617;p101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618;p101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619;p101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620;p101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621;p101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622;p101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623;p101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624;p101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625;p101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626;p101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627;p101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628;p101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629;p101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630;p101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631;p101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632;p101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633;p101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634;p101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635;p101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636;p101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637;p101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638;p101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639;p101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640;p101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641;p101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642;p101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643;p101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644;p101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645;p101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646;p101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647;p101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648;p101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649;p101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650;p101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651;p101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652;p101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653;p101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654;p101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655;p101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656;p101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657;p101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658;p101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659;p101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660;p101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661;p101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662;p101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663;p101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664;p101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665;p101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666;p101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667;p101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668;p101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669;p101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670;p101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671;p101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672;p101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673;p101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674;p101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675;p101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676;p101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677;p101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678;p101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679;p101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680;p101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681;p101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682;p101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683;p101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684;p101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685;p101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686;p101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687;p101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688;p101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689;p101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690;p101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691;p101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692;p101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693;p101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694;p101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695;p101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696;p101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697;p101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698;p101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699;p101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700;p101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701;p101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702;p101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703;p101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704;p101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705;p101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706;p101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707;p101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708;p101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709;p101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710;p101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711;p101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712;p101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713;p101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714;p101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715;p101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716;p101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717;p101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718;p101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719;p101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720;p101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721;p101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722;p101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723;p101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724;p101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725;p101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726;p101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727;p101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728;p101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729;p101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730;p101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731;p101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732;p101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733;p101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734;p101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735;p101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736;p101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737;p101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738;p101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739;p101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740;p101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741;p101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742;p101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743;p101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744;p101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745;p101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746;p101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747;p101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748;p101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749;p101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750;p101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751;p101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752;p101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753;p101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754;p101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755;p101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756;p101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757;p101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758;p101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759;p101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760;p101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761;p101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762;p101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763;p101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764;p101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765;p101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766;p101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767;p101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768;p101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769;p101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770;p101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771;p101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772;p101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773;p101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774;p101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775;p101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776;p101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777;p101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778;p101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779;p101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780;p101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781;p101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782;p101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783;p101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784;p101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785;p101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786;p101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787;p101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788;p101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789;p101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790;p101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791;p101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792;p101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793;p101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794;p101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795;p101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796;p101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797;p101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798;p101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799;p101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800;p101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801;p101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802;p101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803;p101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804;p101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805;p101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806;p101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807;p101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808;p101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809;p101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810;p101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811;p101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812;p101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813;p101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814;p101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815;p101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816;p101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817;p101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818;p101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819;p101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820;p101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821;p101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822;p101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823;p101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824;p101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825;p101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826;p101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827;p101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828;p101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829;p101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830;p101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831;p101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832;p101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833;p101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834;p101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835;p101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836;p101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837;p101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838;p101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839;p101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840;p101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841;p101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842;p101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843;p101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844;p101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845;p101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846;p101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847;p101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848;p101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849;p101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850;p101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851;p101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852;p101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853;p101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854;p101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855;p101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856;p101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857;p101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858;p101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859;p101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860;p101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861;p101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862;p101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863;p101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864;p101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865;p101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866;p101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867;p101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868;p101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869;p101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870;p101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871;p101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872;p101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873;p101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874;p101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875;p101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876;p101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877;p101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878;p101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879;p101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880;p101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881;p101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882;p101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883;p101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884;p101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885;p101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886;p101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887;p101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888;p101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889;p101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890;p101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891;p101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892;p101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893;p101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894;p101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895;p101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896;p101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897;p101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898;p101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899;p101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900;p101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901;p101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902;p101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903;p101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904;p101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905;p101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906;p101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907;p101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908;p101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909;p101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910;p101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911;p101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912;p101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913;p101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914;p101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915;p101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916;p101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917;p101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918;p101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919;p101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920;p101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921;p101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922;p101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923;p101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924;p101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925;p101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926;p101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927;p101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928;p101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929;p101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930;p101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931;p101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932;p101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933;p101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934;p101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935;p101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936;p101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937;p101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938;p101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939;p101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940;p101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941;p101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942;p101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943;p101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944;p101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945;p101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946;p101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947;p101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948;p101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949;p101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950;p101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951;p101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952;p101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953;p101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954;p101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955;p101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956;p101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957;p101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958;p101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959;p101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960;p101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961;p101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962;p101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963;p101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964;p101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965;p101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966;p101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967;p101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968;p101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969;p101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970;p101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971;p101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972;p101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973;p101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974;p101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975;p101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976;p101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977;p101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978;p101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979;p101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980;p101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981;p101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982;p101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983;p101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984;p101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985;p101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986;p101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987;p101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988;p101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989;p101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990;p101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91;p101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92;p101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93;p101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94;p101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95;p101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96;p101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97;p101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998;p101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999;p101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000;p101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001;p101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002;p101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003;p101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004;p101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005;p101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006;p101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007;p101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008;p101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009;p101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010;p101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011;p101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012;p101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013;p101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014;p101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015;p101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016;p101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017;p101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018;p101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019;p101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020;p101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021;p101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022;p101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023;p101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024;p101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025;p101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026;p101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027;p101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028;p101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029;p101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030;p101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031;p101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032;p101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033;p101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034;p101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035;p101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036;p101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037;p101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038;p101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039;p101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040;p101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041;p101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042;p101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043;p101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044;p101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045;p101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046;p101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047;p101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048;p101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049;p101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050;p101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051;p101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052;p101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053;p101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054;p101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055;p101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056;p101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057;p101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058;p101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059;p101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060;p101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061;p101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062;p101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063;p101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064;p101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065;p101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066;p101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067;p101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068;p101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069;p101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070;p101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071;p101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072;p101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073;p101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074;p101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075;p101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076;p101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077;p101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078;p101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079;p101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080;p101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081;p101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082;p101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083;p101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084;p101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085;p101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086;p101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087;p101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088;p101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089;p101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090;p101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091;p101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092;p101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093;p101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094;p101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095;p101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096;p101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097;p101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098;p101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099;p101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100;p101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101;p101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102;p101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103;p101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104;p101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105;p101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106;p101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107;p101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108;p101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109;p101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110;p101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111;p101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112;p101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113;p101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114;p101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115;p101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116;p101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117;p101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118;p101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119;p101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120;p101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121;p101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122;p101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123;p101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124;p101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125;p101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126;p101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127;p101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128;p101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129;p101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130;p101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131;p101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132;p101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133;p101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134;p101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135;p101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136;p101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137;p101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138;p101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139;p101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140;p101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141;p101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142;p101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143;p101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144;p101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145;p101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146;p101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147;p101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148;p101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149;p101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150;p101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151;p101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152;p101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153;p101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154;p101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155;p101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156;p101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157;p101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158;p101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159;p101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160;p101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161;p101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162;p101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163;p101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164;p101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165;p101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166;p101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167;p101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2168;p101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2169;p101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170;p101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171;p101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172;p101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173;p101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174;p101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175;p101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176;p101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177;p101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178;p101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179;p101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180;p101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181;p101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182;p101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183;p101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184;p101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185;p101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186;p101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187;p101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188;p101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189;p101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190;p101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191;p101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192;p101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193;p101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194;p101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195;p101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2196;p101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2197;p101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2198;p101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2199;p101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2200;p101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2201;p101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2202;p101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2203;p101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2204;p101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2205;p101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2206;p101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2207;p101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2208;p101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2209;p101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2210;p101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2211;p101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2212;p101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2213;p101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2214;p101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215;p101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216;p101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217;p101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218;p101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219;p101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220;p101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2221;p101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222;p101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2223;p101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2224;p101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2225;p101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2226;p101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2227;p101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2228;p101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2229;p101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2230;p101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2231;p101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2232;p101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2233;p101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234;p101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235;p101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236;p101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237;p101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238;p101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239;p101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240;p101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241;p101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242;p101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243;p101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244;p101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245;p101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246;p101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247;p101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248;p101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249;p101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250;p101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251;p101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252;p101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253;p101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254;p101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255;p101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256;p101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257;p101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258;p101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259;p101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260;p101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261;p101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262;p101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263;p101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264;p101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265;p101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266;p101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267;p101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268;p101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269;p101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270;p101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271;p101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272;p101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273;p101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274;p101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275;p101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276;p101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277;p101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278;p101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279;p101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280;p101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281;p101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282;p101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283;p101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284;p101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285;p101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286;p101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287;p101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288;p101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289;p101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290;p101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291;p101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292;p101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293;p101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294;p101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295;p101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296;p101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297;p101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298;p101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299;p101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300;p101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301;p101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302;p101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303;p101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304;p101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305;p101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306;p101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307;p101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308;p101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309;p101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310;p101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311;p101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312;p101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313;p101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314;p101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315;p101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316;p101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317;p101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318;p101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319;p101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320;p101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321;p101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322;p101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323;p101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324;p101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325;p101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326;p101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327;p101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328;p101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329;p101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330;p101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331;p101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332;p101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333;p101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334;p101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335;p101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336;p101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2337;p101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338;p101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339;p101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340;p101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341;p101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342;p101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343;p101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344;p101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345;p101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346;p101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347;p101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348;p101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349;p101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350;p101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2351;p101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2352;p101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353;p101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354;p101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355;p101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356;p101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357;p101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358;p101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359;p101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360;p101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2361;p101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362;p101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363;p101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364;p101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365;p101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366;p101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367;p101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368;p101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369;p101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370;p101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371;p101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372;p101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373;p101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374;p101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375;p101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376;p101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377;p101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2378;p101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2379;p101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2380;p101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2381;p101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2382;p101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2383;p101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2384;p101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2385;p101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2386;p101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2387;p101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2388;p101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2389;p101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2390;p101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2391;p101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2392;p101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2393;p101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2394;p101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2395;p101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2396;p101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2397;p101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2398;p101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2399;p101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2400;p101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2401;p101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2402;p101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2403;p101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2404;p101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2405;p101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2406;p101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2407;p101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2408;p101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2409;p101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410;p101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411;p101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2412;p101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2413;p101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2414;p101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2415;p101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2416;p101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2417;p101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2418;p101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2419;p101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2420;p101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2421;p101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2422;p101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2423;p101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2424;p101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2425;p101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2426;p101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2427;p101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2428;p101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2429;p101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2430;p101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431;p101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432;p101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433;p101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434;p101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435;p101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436;p101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437;p101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438;p101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439;p101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2440;p101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2441;p101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2442;p101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2443;p101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2444;p101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2445;p101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2446;p101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2447;p101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2448;p101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2449;p101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2450;p101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2451;p101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2452;p101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2453;p101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454;p101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2455;p101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2456;p101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2457;p101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2458;p101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2459;p101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2460;p101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2461;p101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2462;p101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2463;p101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2464;p101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2465;p101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2466;p101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2467;p101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2468;p101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2469;p101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2470;p101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2471;p101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2472;p101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2473;p101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2474;p101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2475;p101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2476;p101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2477;p101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2478;p101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2479;p101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2480;p101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2481;p101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2482;p101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2483;p101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2484;p101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2485;p101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2486;p101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2487;p101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2488;p101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2489;p101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2490;p101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2491;p101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2492;p101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2493;p101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2494;p101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2495;p101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2496;p101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2497;p101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2498;p101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2499;p101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2500;p101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2501;p101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2502;p101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2503;p101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2504;p101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2505;p101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2506;p101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2507;p101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2508;p101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2509;p101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2510;p101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2511;p101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2512;p101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2513;p101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2514;p101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2515;p101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2516;p101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2517;p101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2518;p101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2519;p101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2520;p101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2521;p101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2522;p101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2523;p101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2524;p101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2525;p101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2526;p101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2527;p101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2528;p101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2529;p101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2530;p101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2531;p101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2532;p101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2533;p101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2534;p101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2535;p101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2536;p101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2537;p101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2538;p101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2539;p101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2540;p101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2541;p101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2542;p101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2543;p101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2544;p101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2545;p101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2546;p101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2547;p101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2548;p101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2549;p101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2550;p101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2551;p101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2552;p101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2553;p101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2554;p101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2555;p101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2556;p101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2557;p101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2558;p101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2559;p101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2560;p101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2561;p101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2562;p101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2563;p101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2564;p101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2565;p101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2566;p101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2567;p101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2568;p101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2569;p101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2570;p101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2571;p101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2572;p101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2573;p101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2574;p101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2575;p101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2576;p101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2577;p101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2578;p101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2579;p101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2580;p101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2581;p101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2582;p101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2583;p101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2584;p101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2585;p101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2586;p101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2587;p101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2588;p101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2589;p101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2590;p101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2591;p101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2592;p101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2593;p101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2594;p101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2595;p101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2596;p101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2597;p101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2598;p101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2599;p101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2600;p101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2601;p101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2602;p101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2603;p101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2604;p101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2605;p101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2606;p101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2607;p101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2608;p101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2609;p101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2610;p101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2611;p101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2612;p101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2613;p101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2614;p101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2615;p101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2616;p101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2617;p101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2618;p101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2619;p101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2620;p101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2621;p101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2622;p101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2623;p101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2624;p101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2625;p101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2626;p101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2627;p101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2628;p101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2629;p101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2630;p101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2631;p101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2632;p101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2633;p101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2634;p101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2635;p101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2636;p101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2637;p101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2638;p101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2639;p101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2640;p101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2641;p101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2642;p101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2643;p101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2644;p101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2645;p101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2646;p101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2647;p101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2648;p101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2649;p101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2650;p101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2651;p101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2652;p101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2653;p101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2654;p101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2655;p101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2656;p101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2657;p101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2658;p101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2659;p101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2660;p101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2661;p101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2662;p101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2663;p101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2664;p101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2665;p101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2666;p101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2667;p101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2668;p101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2669;p101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2670;p101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2671;p101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2672;p101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2673;p101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2674;p101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2675;p101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2676;p101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2677;p101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2678;p101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2679;p101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2680;p101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2681;p101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2682;p101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2683;p101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2684;p101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2685;p101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2686;p101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2687;p101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2688;p101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2689;p101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2690;p101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2691;p101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2692;p101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2693;p101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2694;p101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2695;p101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2696;p101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2697;p101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698;p101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699;p101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700;p101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701;p101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702;p101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703;p101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704;p101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705;p101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706;p101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707;p101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708;p101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709;p101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710;p101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711;p101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712;p101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713;p101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714;p101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715;p101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716;p101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717;p101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718;p101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719;p101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720;p101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721;p101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722;p101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723;p101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724;p101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725;p101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726;p101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727;p101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728;p101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729;p101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730;p101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731;p101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732;p101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733;p101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734;p101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735;p101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736;p101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737;p101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738;p101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739;p101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740;p101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741;p101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742;p101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743;p101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744;p101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745;p101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746;p101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747;p101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748;p101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749;p101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750;p101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751;p101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752;p101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753;p101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754;p101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755;p101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756;p101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757;p101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758;p101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759;p101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760;p101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761;p101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762;p101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763;p101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764;p101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765;p101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766;p101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767;p101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768;p101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769;p101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770;p101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771;p101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772;p101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773;p101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774;p101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775;p101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776;p101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777;p101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778;p101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779;p101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780;p101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781;p101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782;p101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783;p101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784;p101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785;p101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786;p101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787;p101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788;p101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789;p101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790;p101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791;p101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792;p101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793;p101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794;p101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795;p101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796;p101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797;p101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798;p101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799;p101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800;p101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801;p101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802;p101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803;p101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804;p101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805;p101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806;p101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807;p101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808;p101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809;p101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810;p101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811;p101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812;p101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813;p101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814;p101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815;p101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816;p101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817;p101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818;p101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819;p101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820;p101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821;p101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822;p101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823;p101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824;p101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825;p101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826;p101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827;p101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828;p101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829;p101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830;p101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831;p101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832;p101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833;p101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834;p101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835;p101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836;p101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837;p101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838;p101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839;p101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840;p101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841;p101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842;p101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843;p101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844;p101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845;p101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846;p101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847;p101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848;p101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849;p101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850;p101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851;p101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852;p101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853;p101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854;p101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855;p101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856;p101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857;p101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858;p101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859;p101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860;p101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861;p101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862;p101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863;p101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864;p101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865;p101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866;p101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867;p101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868;p101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869;p101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870;p101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871;p101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872;p101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873;p101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874;p101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875;p101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876;p101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877;p101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878;p101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879;p101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880;p101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881;p101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882;p101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883;p101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884;p101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885;p101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886;p101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887;p101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888;p101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889;p101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890;p101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891;p101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892;p101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893;p101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894;p101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895;p101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896;p101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897;p101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898;p101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899;p101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900;p101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901;p101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902;p101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903;p101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904;p101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905;p101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906;p101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907;p101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908;p101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909;p101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910;p101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911;p101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912;p101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913;p101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914;p101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915;p101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916;p101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917;p101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918;p101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919;p101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920;p101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921;p101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922;p101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923;p101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924;p101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925;p101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926;p101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927;p101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928;p101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929;p101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930;p101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931;p101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932;p101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933;p101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934;p101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935;p101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936;p101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937;p101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938;p101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939;p101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940;p101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941;p101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942;p101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943;p101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944;p101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945;p101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946;p101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947;p101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948;p101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949;p101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950;p101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951;p101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952;p101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953;p101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954;p101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955;p101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956;p101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957;p101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958;p101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959;p101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960;p101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961;p101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962;p101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963;p101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964;p101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965;p101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966;p101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967;p101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968;p101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969;p101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970;p101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971;p101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972;p101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973;p101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974;p101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975;p101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976;p101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977;p101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978;p101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979;p101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980;p101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981;p101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982;p101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983;p101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984;p101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985;p101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986;p101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987;p101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988;p101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989;p101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990;p101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991;p101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992;p101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993;p101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994;p101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995;p101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996;p101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997;p101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998;p101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999;p101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3000;p101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3001;p101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3002;p101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3003;p101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3004;p101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3005;p101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3006;p101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3007;p101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3008;p101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3009;p101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3010;p101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3011;p101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3012;p101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3013;p101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3014;p101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3015;p101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3016;p101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3017;p101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3018;p101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3019;p101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3020;p101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3021;p101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3022;p101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3023;p101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3024;p101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3025;p101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3026;p101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3027;p101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3028;p101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3029;p101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3030;p101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3031;p101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3032;p101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3033;p101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3034;p101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3035;p101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3036;p101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3037;p101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3038;p101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3039;p101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3040;p101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3041;p101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3042;p101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3043;p101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3044;p101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3045;p101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3046;p101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3047;p101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3048;p101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3049;p101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3050;p101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3051;p101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3052;p101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3053;p101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3054;p101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3055;p101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3056;p101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3057;p101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3058;p101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3059;p101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3060;p101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3061;p101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3062;p101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3063;p101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3064;p101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3065;p101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3066;p101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3067;p101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3068;p101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3069;p101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3070;p101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3071;p101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3072;p101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3073;p101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3074;p101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3075;p101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3076;p101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3077;p101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3078;p101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3079;p101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3080;p101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3081;p101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3082;p101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3083;p101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3084;p101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3085;p101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3086;p101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3087;p101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3088;p101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14" name="Google Shape;814;p73"/>
          <p:cNvSpPr txBox="1">
            <a:spLocks noGrp="1"/>
          </p:cNvSpPr>
          <p:nvPr>
            <p:ph type="title"/>
          </p:nvPr>
        </p:nvSpPr>
        <p:spPr>
          <a:xfrm>
            <a:off x="1048504" y="3872430"/>
            <a:ext cx="5535175" cy="730050"/>
          </a:xfrm>
          <a:prstGeom prst="rect">
            <a:avLst/>
          </a:prstGeom>
          <a:solidFill>
            <a:srgbClr val="50505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b="1" dirty="0" smtClean="0">
                <a:solidFill>
                  <a:srgbClr val="FBD868"/>
                </a:solidFill>
              </a:rPr>
              <a:t>THE PROJECT IS LIVE ON GITHUB!! </a:t>
            </a:r>
            <a:r>
              <a:rPr lang="en-US" sz="1600" b="1" dirty="0" smtClean="0">
                <a:solidFill>
                  <a:srgbClr val="FBD868"/>
                </a:solidFill>
                <a:hlinkClick r:id="rId5"/>
              </a:rPr>
              <a:t>CLICK HERE </a:t>
            </a:r>
            <a:endParaRPr b="1" dirty="0">
              <a:solidFill>
                <a:srgbClr val="FBD86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8"/>
          <p:cNvSpPr txBox="1">
            <a:spLocks noGrp="1"/>
          </p:cNvSpPr>
          <p:nvPr>
            <p:ph type="subTitle" idx="1"/>
          </p:nvPr>
        </p:nvSpPr>
        <p:spPr>
          <a:xfrm>
            <a:off x="2785150" y="2284152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QUESTION?</a:t>
            </a:r>
            <a:endParaRPr dirty="0"/>
          </a:p>
        </p:txBody>
      </p:sp>
      <p:sp>
        <p:nvSpPr>
          <p:cNvPr id="1061" name="Google Shape;1061;p88"/>
          <p:cNvSpPr txBox="1">
            <a:spLocks noGrp="1"/>
          </p:cNvSpPr>
          <p:nvPr>
            <p:ph type="title"/>
          </p:nvPr>
        </p:nvSpPr>
        <p:spPr>
          <a:xfrm>
            <a:off x="2710300" y="849375"/>
            <a:ext cx="3648000" cy="8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48" name="Google Shape;13348;p11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al Project Proposa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92C35"/>
      </a:accent1>
      <a:accent2>
        <a:srgbClr val="475972"/>
      </a:accent2>
      <a:accent3>
        <a:srgbClr val="E9E2C9"/>
      </a:accent3>
      <a:accent4>
        <a:srgbClr val="FFDD6B"/>
      </a:accent4>
      <a:accent5>
        <a:srgbClr val="DCAE52"/>
      </a:accent5>
      <a:accent6>
        <a:srgbClr val="AF7132"/>
      </a:accent6>
      <a:hlink>
        <a:srgbClr val="DCA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559</Words>
  <Application>Microsoft Office PowerPoint</Application>
  <PresentationFormat>On-screen Show (16:9)</PresentationFormat>
  <Paragraphs>109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Abel</vt:lpstr>
      <vt:lpstr>Montserrat</vt:lpstr>
      <vt:lpstr>Rubik Medium</vt:lpstr>
      <vt:lpstr>Proxima Nova</vt:lpstr>
      <vt:lpstr>Arial</vt:lpstr>
      <vt:lpstr>Proxima Nova Semibold</vt:lpstr>
      <vt:lpstr>Courier New</vt:lpstr>
      <vt:lpstr>Custal Project Proposal by Slidesgo</vt:lpstr>
      <vt:lpstr>Slidesgo Final Pages</vt:lpstr>
      <vt:lpstr>DRedrive INNOVATIVE PROJECT</vt:lpstr>
      <vt:lpstr>PROJECT TITLE</vt:lpstr>
      <vt:lpstr>ABOUT THE PROJECT</vt:lpstr>
      <vt:lpstr>WHY IS IT NEEDED</vt:lpstr>
      <vt:lpstr>HOW DOES DRedrive HELP</vt:lpstr>
      <vt:lpstr>FUNCTIONALITIES PROVIDED</vt:lpstr>
      <vt:lpstr>FUTURE ENHANCEMENTS</vt:lpstr>
      <vt:lpstr>CURRENT LIMITATIONS</vt:lpstr>
      <vt:lpstr>SWOT ANALYSIS</vt:lpstr>
      <vt:lpstr>MAJOR REQUIREMENTS</vt:lpstr>
      <vt:lpstr>CURRENT</vt:lpstr>
      <vt:lpstr>FUTURE</vt:lpstr>
      <vt:lpstr>BUSINESS-WISE INFORMATION</vt:lpstr>
      <vt:lpstr>TIMELINE</vt:lpstr>
      <vt:lpstr>FINANCES OF FULL  RELEASE PRODUCT          *per 100 products</vt:lpstr>
      <vt:lpstr>THE TEAM</vt:lpstr>
      <vt:lpstr>—MAYA ANGELOU</vt:lpstr>
      <vt:lpstr>THE PROJECT IS LIVE ON GITHUB!! CLICK HERE </vt:lpstr>
      <vt:lpstr>THANKS!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DRedrive INNOVATIVE PROJECT</dc:title>
  <cp:lastModifiedBy>Abhijeet Pawar</cp:lastModifiedBy>
  <cp:revision>34</cp:revision>
  <dcterms:modified xsi:type="dcterms:W3CDTF">2022-12-17T11:15:05Z</dcterms:modified>
</cp:coreProperties>
</file>